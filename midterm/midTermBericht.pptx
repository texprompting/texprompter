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261" r:id="rId6"/>
    <p:sldId id="264" r:id="rId7"/>
    <p:sldId id="265" r:id="rId8"/>
    <p:sldId id="267" r:id="rId9"/>
    <p:sldId id="268" r:id="rId10"/>
    <p:sldId id="266" r:id="rId11"/>
    <p:sldId id="269" r:id="rId12"/>
    <p:sldId id="262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BC77B-2BDB-4490-A732-E33B67E0BFFD}" v="16" dt="2026-04-28T10:10:15.225"/>
    <p1510:client id="{39673716-9F73-4934-AA38-650677CFC976}" v="5" dt="2026-04-28T10:18:36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330" y="84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tian Hymon" userId="6acb79db21e93a52" providerId="LiveId" clId="{AFD1EFC9-6E2C-4DA6-A940-3F0352D7692A}"/>
    <pc:docChg chg="undo custSel addSld delSld modSld sldOrd">
      <pc:chgData name="Bastian Hymon" userId="6acb79db21e93a52" providerId="LiveId" clId="{AFD1EFC9-6E2C-4DA6-A940-3F0352D7692A}" dt="2026-04-28T10:20:29.281" v="950" actId="20577"/>
      <pc:docMkLst>
        <pc:docMk/>
      </pc:docMkLst>
      <pc:sldChg chg="add del">
        <pc:chgData name="Bastian Hymon" userId="6acb79db21e93a52" providerId="LiveId" clId="{AFD1EFC9-6E2C-4DA6-A940-3F0352D7692A}" dt="2026-04-28T07:32:27.988" v="72" actId="47"/>
        <pc:sldMkLst>
          <pc:docMk/>
          <pc:sldMk cId="3169017830" sldId="257"/>
        </pc:sldMkLst>
      </pc:sldChg>
      <pc:sldChg chg="add del">
        <pc:chgData name="Bastian Hymon" userId="6acb79db21e93a52" providerId="LiveId" clId="{AFD1EFC9-6E2C-4DA6-A940-3F0352D7692A}" dt="2026-04-28T07:32:28.160" v="73" actId="47"/>
        <pc:sldMkLst>
          <pc:docMk/>
          <pc:sldMk cId="3385139955" sldId="258"/>
        </pc:sldMkLst>
      </pc:sldChg>
      <pc:sldChg chg="add del">
        <pc:chgData name="Bastian Hymon" userId="6acb79db21e93a52" providerId="LiveId" clId="{AFD1EFC9-6E2C-4DA6-A940-3F0352D7692A}" dt="2026-04-28T07:32:28.309" v="74" actId="47"/>
        <pc:sldMkLst>
          <pc:docMk/>
          <pc:sldMk cId="812961269" sldId="259"/>
        </pc:sldMkLst>
      </pc:sldChg>
      <pc:sldChg chg="add del">
        <pc:chgData name="Bastian Hymon" userId="6acb79db21e93a52" providerId="LiveId" clId="{AFD1EFC9-6E2C-4DA6-A940-3F0352D7692A}" dt="2026-04-28T07:32:28.822" v="75" actId="47"/>
        <pc:sldMkLst>
          <pc:docMk/>
          <pc:sldMk cId="1859879280" sldId="260"/>
        </pc:sldMkLst>
      </pc:sldChg>
      <pc:sldChg chg="modSp add del mod">
        <pc:chgData name="Bastian Hymon" userId="6acb79db21e93a52" providerId="LiveId" clId="{AFD1EFC9-6E2C-4DA6-A940-3F0352D7692A}" dt="2026-04-28T10:16:16.626" v="709" actId="20577"/>
        <pc:sldMkLst>
          <pc:docMk/>
          <pc:sldMk cId="518339137" sldId="261"/>
        </pc:sldMkLst>
        <pc:spChg chg="mod">
          <ac:chgData name="Bastian Hymon" userId="6acb79db21e93a52" providerId="LiveId" clId="{AFD1EFC9-6E2C-4DA6-A940-3F0352D7692A}" dt="2026-04-28T10:16:16.626" v="709" actId="20577"/>
          <ac:spMkLst>
            <pc:docMk/>
            <pc:sldMk cId="518339137" sldId="261"/>
            <ac:spMk id="2" creationId="{80AD557D-0DB7-6AFC-EEF9-08E04F9257D8}"/>
          </ac:spMkLst>
        </pc:spChg>
        <pc:spChg chg="mod">
          <ac:chgData name="Bastian Hymon" userId="6acb79db21e93a52" providerId="LiveId" clId="{AFD1EFC9-6E2C-4DA6-A940-3F0352D7692A}" dt="2026-04-28T07:59:27.753" v="525" actId="1076"/>
          <ac:spMkLst>
            <pc:docMk/>
            <pc:sldMk cId="518339137" sldId="261"/>
            <ac:spMk id="4" creationId="{EFA8503C-1687-F9CF-75A6-441253ECCF6C}"/>
          </ac:spMkLst>
        </pc:spChg>
      </pc:sldChg>
      <pc:sldChg chg="modSp new del mod ord">
        <pc:chgData name="Bastian Hymon" userId="6acb79db21e93a52" providerId="LiveId" clId="{AFD1EFC9-6E2C-4DA6-A940-3F0352D7692A}" dt="2026-04-28T07:32:22.322" v="64" actId="680"/>
        <pc:sldMkLst>
          <pc:docMk/>
          <pc:sldMk cId="162822078" sldId="263"/>
        </pc:sldMkLst>
        <pc:spChg chg="mod">
          <ac:chgData name="Bastian Hymon" userId="6acb79db21e93a52" providerId="LiveId" clId="{AFD1EFC9-6E2C-4DA6-A940-3F0352D7692A}" dt="2026-04-28T07:32:21.930" v="62" actId="20577"/>
          <ac:spMkLst>
            <pc:docMk/>
            <pc:sldMk cId="162822078" sldId="263"/>
            <ac:spMk id="16" creationId="{4C1B3AEE-EB1E-6377-65C9-0A337C8C0E94}"/>
          </ac:spMkLst>
        </pc:spChg>
      </pc:sldChg>
      <pc:sldChg chg="new add del">
        <pc:chgData name="Bastian Hymon" userId="6acb79db21e93a52" providerId="LiveId" clId="{AFD1EFC9-6E2C-4DA6-A940-3F0352D7692A}" dt="2026-04-28T07:32:22.824" v="66" actId="680"/>
        <pc:sldMkLst>
          <pc:docMk/>
          <pc:sldMk cId="988713509" sldId="263"/>
        </pc:sldMkLst>
      </pc:sldChg>
      <pc:sldChg chg="modSp new del mod">
        <pc:chgData name="Bastian Hymon" userId="6acb79db21e93a52" providerId="LiveId" clId="{AFD1EFC9-6E2C-4DA6-A940-3F0352D7692A}" dt="2026-04-28T10:16:32.326" v="711" actId="47"/>
        <pc:sldMkLst>
          <pc:docMk/>
          <pc:sldMk cId="3016980530" sldId="263"/>
        </pc:sldMkLst>
        <pc:spChg chg="mod">
          <ac:chgData name="Bastian Hymon" userId="6acb79db21e93a52" providerId="LiveId" clId="{AFD1EFC9-6E2C-4DA6-A940-3F0352D7692A}" dt="2026-04-28T07:34:31.999" v="211" actId="20577"/>
          <ac:spMkLst>
            <pc:docMk/>
            <pc:sldMk cId="3016980530" sldId="263"/>
            <ac:spMk id="2" creationId="{13B0F0DA-4FCC-F135-725A-DBB1289407F1}"/>
          </ac:spMkLst>
        </pc:spChg>
        <pc:spChg chg="mod">
          <ac:chgData name="Bastian Hymon" userId="6acb79db21e93a52" providerId="LiveId" clId="{AFD1EFC9-6E2C-4DA6-A940-3F0352D7692A}" dt="2026-04-28T07:34:58.376" v="256" actId="20577"/>
          <ac:spMkLst>
            <pc:docMk/>
            <pc:sldMk cId="3016980530" sldId="263"/>
            <ac:spMk id="3" creationId="{80559167-0D42-E420-6D6B-EA0798617D6E}"/>
          </ac:spMkLst>
        </pc:spChg>
        <pc:spChg chg="mod">
          <ac:chgData name="Bastian Hymon" userId="6acb79db21e93a52" providerId="LiveId" clId="{AFD1EFC9-6E2C-4DA6-A940-3F0352D7692A}" dt="2026-04-28T07:34:51.009" v="245" actId="20577"/>
          <ac:spMkLst>
            <pc:docMk/>
            <pc:sldMk cId="3016980530" sldId="263"/>
            <ac:spMk id="4" creationId="{B48681A7-DD7F-B3C9-59FB-32F473BDC305}"/>
          </ac:spMkLst>
        </pc:spChg>
        <pc:spChg chg="mod">
          <ac:chgData name="Bastian Hymon" userId="6acb79db21e93a52" providerId="LiveId" clId="{AFD1EFC9-6E2C-4DA6-A940-3F0352D7692A}" dt="2026-04-28T07:35:54.195" v="306" actId="20577"/>
          <ac:spMkLst>
            <pc:docMk/>
            <pc:sldMk cId="3016980530" sldId="263"/>
            <ac:spMk id="5" creationId="{811E1D6F-A096-E814-9625-4A6B53BAE973}"/>
          </ac:spMkLst>
        </pc:spChg>
        <pc:spChg chg="mod">
          <ac:chgData name="Bastian Hymon" userId="6acb79db21e93a52" providerId="LiveId" clId="{AFD1EFC9-6E2C-4DA6-A940-3F0352D7692A}" dt="2026-04-28T07:35:24.971" v="303" actId="20577"/>
          <ac:spMkLst>
            <pc:docMk/>
            <pc:sldMk cId="3016980530" sldId="263"/>
            <ac:spMk id="6" creationId="{4AFA6E4C-1ABC-233A-1EA5-93BCE267C162}"/>
          </ac:spMkLst>
        </pc:spChg>
        <pc:spChg chg="mod">
          <ac:chgData name="Bastian Hymon" userId="6acb79db21e93a52" providerId="LiveId" clId="{AFD1EFC9-6E2C-4DA6-A940-3F0352D7692A}" dt="2026-04-28T07:36:01.982" v="342" actId="20577"/>
          <ac:spMkLst>
            <pc:docMk/>
            <pc:sldMk cId="3016980530" sldId="263"/>
            <ac:spMk id="7" creationId="{32A23976-8518-E452-304C-38EAD5C34045}"/>
          </ac:spMkLst>
        </pc:spChg>
        <pc:spChg chg="mod">
          <ac:chgData name="Bastian Hymon" userId="6acb79db21e93a52" providerId="LiveId" clId="{AFD1EFC9-6E2C-4DA6-A940-3F0352D7692A}" dt="2026-04-28T10:16:30.118" v="710" actId="6549"/>
          <ac:spMkLst>
            <pc:docMk/>
            <pc:sldMk cId="3016980530" sldId="263"/>
            <ac:spMk id="10" creationId="{71EB3EC9-20C6-FFB3-077A-FAFDA02D3318}"/>
          </ac:spMkLst>
        </pc:spChg>
        <pc:spChg chg="mod">
          <ac:chgData name="Bastian Hymon" userId="6acb79db21e93a52" providerId="LiveId" clId="{AFD1EFC9-6E2C-4DA6-A940-3F0352D7692A}" dt="2026-04-28T07:34:35.707" v="212" actId="20577"/>
          <ac:spMkLst>
            <pc:docMk/>
            <pc:sldMk cId="3016980530" sldId="263"/>
            <ac:spMk id="11" creationId="{D53822D4-E9F6-9FFD-618A-0E0C44E88894}"/>
          </ac:spMkLst>
        </pc:spChg>
        <pc:spChg chg="mod">
          <ac:chgData name="Bastian Hymon" userId="6acb79db21e93a52" providerId="LiveId" clId="{AFD1EFC9-6E2C-4DA6-A940-3F0352D7692A}" dt="2026-04-28T07:34:45.885" v="228" actId="20577"/>
          <ac:spMkLst>
            <pc:docMk/>
            <pc:sldMk cId="3016980530" sldId="263"/>
            <ac:spMk id="12" creationId="{CD4F1BE1-E474-3492-F94F-8B89909AF245}"/>
          </ac:spMkLst>
        </pc:spChg>
        <pc:spChg chg="mod">
          <ac:chgData name="Bastian Hymon" userId="6acb79db21e93a52" providerId="LiveId" clId="{AFD1EFC9-6E2C-4DA6-A940-3F0352D7692A}" dt="2026-04-28T07:35:02.078" v="257" actId="20577"/>
          <ac:spMkLst>
            <pc:docMk/>
            <pc:sldMk cId="3016980530" sldId="263"/>
            <ac:spMk id="13" creationId="{791B2C11-98E7-9956-F9C3-9E973C171D30}"/>
          </ac:spMkLst>
        </pc:spChg>
        <pc:spChg chg="mod">
          <ac:chgData name="Bastian Hymon" userId="6acb79db21e93a52" providerId="LiveId" clId="{AFD1EFC9-6E2C-4DA6-A940-3F0352D7692A}" dt="2026-04-28T07:35:19.724" v="284" actId="20577"/>
          <ac:spMkLst>
            <pc:docMk/>
            <pc:sldMk cId="3016980530" sldId="263"/>
            <ac:spMk id="14" creationId="{45FA4EF4-F4DA-A81A-6002-5D7229222D2A}"/>
          </ac:spMkLst>
        </pc:spChg>
        <pc:spChg chg="mod">
          <ac:chgData name="Bastian Hymon" userId="6acb79db21e93a52" providerId="LiveId" clId="{AFD1EFC9-6E2C-4DA6-A940-3F0352D7692A}" dt="2026-04-28T07:35:35.495" v="304" actId="20577"/>
          <ac:spMkLst>
            <pc:docMk/>
            <pc:sldMk cId="3016980530" sldId="263"/>
            <ac:spMk id="15" creationId="{7C313E45-794C-3533-AEA1-5BFC498B0E5B}"/>
          </ac:spMkLst>
        </pc:spChg>
        <pc:spChg chg="mod">
          <ac:chgData name="Bastian Hymon" userId="6acb79db21e93a52" providerId="LiveId" clId="{AFD1EFC9-6E2C-4DA6-A940-3F0352D7692A}" dt="2026-04-28T07:33:19.097" v="157" actId="20577"/>
          <ac:spMkLst>
            <pc:docMk/>
            <pc:sldMk cId="3016980530" sldId="263"/>
            <ac:spMk id="16" creationId="{998E0963-5D00-26BB-1D41-188E0C128757}"/>
          </ac:spMkLst>
        </pc:spChg>
        <pc:spChg chg="mod">
          <ac:chgData name="Bastian Hymon" userId="6acb79db21e93a52" providerId="LiveId" clId="{AFD1EFC9-6E2C-4DA6-A940-3F0352D7692A}" dt="2026-04-28T07:34:17.709" v="178" actId="20577"/>
          <ac:spMkLst>
            <pc:docMk/>
            <pc:sldMk cId="3016980530" sldId="263"/>
            <ac:spMk id="17" creationId="{9E374974-D925-47C6-BCDE-E5343F0F3EB1}"/>
          </ac:spMkLst>
        </pc:spChg>
      </pc:sldChg>
      <pc:sldChg chg="modSp new mod ord">
        <pc:chgData name="Bastian Hymon" userId="6acb79db21e93a52" providerId="LiveId" clId="{AFD1EFC9-6E2C-4DA6-A940-3F0352D7692A}" dt="2026-04-28T10:18:45.815" v="825" actId="20577"/>
        <pc:sldMkLst>
          <pc:docMk/>
          <pc:sldMk cId="31810064" sldId="264"/>
        </pc:sldMkLst>
        <pc:spChg chg="mod">
          <ac:chgData name="Bastian Hymon" userId="6acb79db21e93a52" providerId="LiveId" clId="{AFD1EFC9-6E2C-4DA6-A940-3F0352D7692A}" dt="2026-04-28T10:18:36.220" v="808"/>
          <ac:spMkLst>
            <pc:docMk/>
            <pc:sldMk cId="31810064" sldId="264"/>
            <ac:spMk id="4" creationId="{C74B9615-FA9A-4740-3D02-3BF20C9BB37C}"/>
          </ac:spMkLst>
        </pc:spChg>
        <pc:spChg chg="mod">
          <ac:chgData name="Bastian Hymon" userId="6acb79db21e93a52" providerId="LiveId" clId="{AFD1EFC9-6E2C-4DA6-A940-3F0352D7692A}" dt="2026-04-28T10:18:45.815" v="825" actId="20577"/>
          <ac:spMkLst>
            <pc:docMk/>
            <pc:sldMk cId="31810064" sldId="264"/>
            <ac:spMk id="5" creationId="{E4FBACF3-43B2-FB60-FFE6-2F51D0EDCF30}"/>
          </ac:spMkLst>
        </pc:spChg>
        <pc:spChg chg="mod">
          <ac:chgData name="Bastian Hymon" userId="6acb79db21e93a52" providerId="LiveId" clId="{AFD1EFC9-6E2C-4DA6-A940-3F0352D7692A}" dt="2026-04-28T07:37:05.954" v="402" actId="5793"/>
          <ac:spMkLst>
            <pc:docMk/>
            <pc:sldMk cId="31810064" sldId="264"/>
            <ac:spMk id="6" creationId="{6881F226-370F-5927-67AA-42EF64B0D7BF}"/>
          </ac:spMkLst>
        </pc:spChg>
      </pc:sldChg>
      <pc:sldChg chg="new del">
        <pc:chgData name="Bastian Hymon" userId="6acb79db21e93a52" providerId="LiveId" clId="{AFD1EFC9-6E2C-4DA6-A940-3F0352D7692A}" dt="2026-04-28T07:36:31.625" v="344" actId="47"/>
        <pc:sldMkLst>
          <pc:docMk/>
          <pc:sldMk cId="996825239" sldId="264"/>
        </pc:sldMkLst>
      </pc:sldChg>
      <pc:sldChg chg="modSp new del mod ord">
        <pc:chgData name="Bastian Hymon" userId="6acb79db21e93a52" providerId="LiveId" clId="{AFD1EFC9-6E2C-4DA6-A940-3F0352D7692A}" dt="2026-04-28T07:32:21.293" v="57" actId="680"/>
        <pc:sldMkLst>
          <pc:docMk/>
          <pc:sldMk cId="1874239562" sldId="264"/>
        </pc:sldMkLst>
        <pc:spChg chg="mod">
          <ac:chgData name="Bastian Hymon" userId="6acb79db21e93a52" providerId="LiveId" clId="{AFD1EFC9-6E2C-4DA6-A940-3F0352D7692A}" dt="2026-04-28T07:32:20.669" v="55" actId="403"/>
          <ac:spMkLst>
            <pc:docMk/>
            <pc:sldMk cId="1874239562" sldId="264"/>
            <ac:spMk id="4" creationId="{78365D44-A76D-3A83-2990-B2E34C65609B}"/>
          </ac:spMkLst>
        </pc:spChg>
      </pc:sldChg>
      <pc:sldChg chg="modSp add mod">
        <pc:chgData name="Bastian Hymon" userId="6acb79db21e93a52" providerId="LiveId" clId="{AFD1EFC9-6E2C-4DA6-A940-3F0352D7692A}" dt="2026-04-28T10:19:15.416" v="835" actId="20577"/>
        <pc:sldMkLst>
          <pc:docMk/>
          <pc:sldMk cId="117331102" sldId="265"/>
        </pc:sldMkLst>
        <pc:spChg chg="mod">
          <ac:chgData name="Bastian Hymon" userId="6acb79db21e93a52" providerId="LiveId" clId="{AFD1EFC9-6E2C-4DA6-A940-3F0352D7692A}" dt="2026-04-28T10:19:11.536" v="826"/>
          <ac:spMkLst>
            <pc:docMk/>
            <pc:sldMk cId="117331102" sldId="265"/>
            <ac:spMk id="4" creationId="{56967E66-A8A1-4F96-5FBA-9DC5F2913974}"/>
          </ac:spMkLst>
        </pc:spChg>
        <pc:spChg chg="mod">
          <ac:chgData name="Bastian Hymon" userId="6acb79db21e93a52" providerId="LiveId" clId="{AFD1EFC9-6E2C-4DA6-A940-3F0352D7692A}" dt="2026-04-28T10:19:15.416" v="835" actId="20577"/>
          <ac:spMkLst>
            <pc:docMk/>
            <pc:sldMk cId="117331102" sldId="265"/>
            <ac:spMk id="5" creationId="{52F8B62A-C4F0-797E-C64F-B09C3493783F}"/>
          </ac:spMkLst>
        </pc:spChg>
      </pc:sldChg>
      <pc:sldChg chg="modSp add del mod">
        <pc:chgData name="Bastian Hymon" userId="6acb79db21e93a52" providerId="LiveId" clId="{AFD1EFC9-6E2C-4DA6-A940-3F0352D7692A}" dt="2026-04-28T10:17:01.913" v="760" actId="47"/>
        <pc:sldMkLst>
          <pc:docMk/>
          <pc:sldMk cId="2559182033" sldId="265"/>
        </pc:sldMkLst>
        <pc:spChg chg="mod">
          <ac:chgData name="Bastian Hymon" userId="6acb79db21e93a52" providerId="LiveId" clId="{AFD1EFC9-6E2C-4DA6-A940-3F0352D7692A}" dt="2026-04-28T07:52:03.493" v="420" actId="20577"/>
          <ac:spMkLst>
            <pc:docMk/>
            <pc:sldMk cId="2559182033" sldId="265"/>
            <ac:spMk id="4" creationId="{B1CFE14D-D684-F958-8541-A91B9DB105E0}"/>
          </ac:spMkLst>
        </pc:spChg>
        <pc:spChg chg="mod">
          <ac:chgData name="Bastian Hymon" userId="6acb79db21e93a52" providerId="LiveId" clId="{AFD1EFC9-6E2C-4DA6-A940-3F0352D7692A}" dt="2026-04-28T10:09:09.011" v="540" actId="20577"/>
          <ac:spMkLst>
            <pc:docMk/>
            <pc:sldMk cId="2559182033" sldId="265"/>
            <ac:spMk id="5" creationId="{0F778CCF-8722-B664-A73C-79FC522F3725}"/>
          </ac:spMkLst>
        </pc:spChg>
      </pc:sldChg>
      <pc:sldChg chg="modSp add mod">
        <pc:chgData name="Bastian Hymon" userId="6acb79db21e93a52" providerId="LiveId" clId="{AFD1EFC9-6E2C-4DA6-A940-3F0352D7692A}" dt="2026-04-28T10:20:13.545" v="922" actId="20577"/>
        <pc:sldMkLst>
          <pc:docMk/>
          <pc:sldMk cId="265590490" sldId="266"/>
        </pc:sldMkLst>
        <pc:spChg chg="mod">
          <ac:chgData name="Bastian Hymon" userId="6acb79db21e93a52" providerId="LiveId" clId="{AFD1EFC9-6E2C-4DA6-A940-3F0352D7692A}" dt="2026-04-28T10:18:22.925" v="805" actId="20577"/>
          <ac:spMkLst>
            <pc:docMk/>
            <pc:sldMk cId="265590490" sldId="266"/>
            <ac:spMk id="4" creationId="{44C8CDB7-6215-983B-A1AB-97EEA4804468}"/>
          </ac:spMkLst>
        </pc:spChg>
        <pc:spChg chg="mod">
          <ac:chgData name="Bastian Hymon" userId="6acb79db21e93a52" providerId="LiveId" clId="{AFD1EFC9-6E2C-4DA6-A940-3F0352D7692A}" dt="2026-04-28T10:20:13.545" v="922" actId="20577"/>
          <ac:spMkLst>
            <pc:docMk/>
            <pc:sldMk cId="265590490" sldId="266"/>
            <ac:spMk id="5" creationId="{8619E7AD-7F01-C5C4-BE3B-62331F91C5A6}"/>
          </ac:spMkLst>
        </pc:spChg>
      </pc:sldChg>
      <pc:sldChg chg="modSp add del mod">
        <pc:chgData name="Bastian Hymon" userId="6acb79db21e93a52" providerId="LiveId" clId="{AFD1EFC9-6E2C-4DA6-A940-3F0352D7692A}" dt="2026-04-28T10:17:02.783" v="762" actId="47"/>
        <pc:sldMkLst>
          <pc:docMk/>
          <pc:sldMk cId="1546804968" sldId="266"/>
        </pc:sldMkLst>
        <pc:spChg chg="mod">
          <ac:chgData name="Bastian Hymon" userId="6acb79db21e93a52" providerId="LiveId" clId="{AFD1EFC9-6E2C-4DA6-A940-3F0352D7692A}" dt="2026-04-28T07:52:45.129" v="432" actId="20577"/>
          <ac:spMkLst>
            <pc:docMk/>
            <pc:sldMk cId="1546804968" sldId="266"/>
            <ac:spMk id="4" creationId="{527210D5-0258-6878-CAE6-4F77F01C2A7B}"/>
          </ac:spMkLst>
        </pc:spChg>
        <pc:spChg chg="mod">
          <ac:chgData name="Bastian Hymon" userId="6acb79db21e93a52" providerId="LiveId" clId="{AFD1EFC9-6E2C-4DA6-A940-3F0352D7692A}" dt="2026-04-28T10:09:40.262" v="575" actId="20577"/>
          <ac:spMkLst>
            <pc:docMk/>
            <pc:sldMk cId="1546804968" sldId="266"/>
            <ac:spMk id="5" creationId="{8565D5D8-A72D-B40E-A894-3462C6E6EC9E}"/>
          </ac:spMkLst>
        </pc:spChg>
      </pc:sldChg>
      <pc:sldChg chg="modSp add mod">
        <pc:chgData name="Bastian Hymon" userId="6acb79db21e93a52" providerId="LiveId" clId="{AFD1EFC9-6E2C-4DA6-A940-3F0352D7692A}" dt="2026-04-28T10:19:21.114" v="844" actId="20577"/>
        <pc:sldMkLst>
          <pc:docMk/>
          <pc:sldMk cId="188537181" sldId="267"/>
        </pc:sldMkLst>
        <pc:spChg chg="mod">
          <ac:chgData name="Bastian Hymon" userId="6acb79db21e93a52" providerId="LiveId" clId="{AFD1EFC9-6E2C-4DA6-A940-3F0352D7692A}" dt="2026-04-28T10:19:21.114" v="844" actId="20577"/>
          <ac:spMkLst>
            <pc:docMk/>
            <pc:sldMk cId="188537181" sldId="267"/>
            <ac:spMk id="5" creationId="{5A88615F-7973-03ED-DB8B-A5AB436068FD}"/>
          </ac:spMkLst>
        </pc:spChg>
      </pc:sldChg>
      <pc:sldChg chg="modSp add del mod">
        <pc:chgData name="Bastian Hymon" userId="6acb79db21e93a52" providerId="LiveId" clId="{AFD1EFC9-6E2C-4DA6-A940-3F0352D7692A}" dt="2026-04-28T10:17:04.021" v="764" actId="47"/>
        <pc:sldMkLst>
          <pc:docMk/>
          <pc:sldMk cId="1715821116" sldId="267"/>
        </pc:sldMkLst>
        <pc:spChg chg="mod">
          <ac:chgData name="Bastian Hymon" userId="6acb79db21e93a52" providerId="LiveId" clId="{AFD1EFC9-6E2C-4DA6-A940-3F0352D7692A}" dt="2026-04-28T07:53:06.292" v="463" actId="20577"/>
          <ac:spMkLst>
            <pc:docMk/>
            <pc:sldMk cId="1715821116" sldId="267"/>
            <ac:spMk id="4" creationId="{EF287589-B88D-6EEB-9B5F-DD08F86F9B6A}"/>
          </ac:spMkLst>
        </pc:spChg>
        <pc:spChg chg="mod">
          <ac:chgData name="Bastian Hymon" userId="6acb79db21e93a52" providerId="LiveId" clId="{AFD1EFC9-6E2C-4DA6-A940-3F0352D7692A}" dt="2026-04-28T10:09:57.614" v="606" actId="20577"/>
          <ac:spMkLst>
            <pc:docMk/>
            <pc:sldMk cId="1715821116" sldId="267"/>
            <ac:spMk id="5" creationId="{11E50993-ACF3-0614-2A72-5EF4DF6D3B94}"/>
          </ac:spMkLst>
        </pc:spChg>
      </pc:sldChg>
      <pc:sldChg chg="add del">
        <pc:chgData name="Bastian Hymon" userId="6acb79db21e93a52" providerId="LiveId" clId="{AFD1EFC9-6E2C-4DA6-A940-3F0352D7692A}" dt="2026-04-28T10:18:29.021" v="807"/>
        <pc:sldMkLst>
          <pc:docMk/>
          <pc:sldMk cId="3383699440" sldId="267"/>
        </pc:sldMkLst>
      </pc:sldChg>
      <pc:sldChg chg="modSp add mod">
        <pc:chgData name="Bastian Hymon" userId="6acb79db21e93a52" providerId="LiveId" clId="{AFD1EFC9-6E2C-4DA6-A940-3F0352D7692A}" dt="2026-04-28T10:19:51.602" v="897" actId="20577"/>
        <pc:sldMkLst>
          <pc:docMk/>
          <pc:sldMk cId="587809819" sldId="268"/>
        </pc:sldMkLst>
        <pc:spChg chg="mod">
          <ac:chgData name="Bastian Hymon" userId="6acb79db21e93a52" providerId="LiveId" clId="{AFD1EFC9-6E2C-4DA6-A940-3F0352D7692A}" dt="2026-04-28T10:19:51.602" v="897" actId="20577"/>
          <ac:spMkLst>
            <pc:docMk/>
            <pc:sldMk cId="587809819" sldId="268"/>
            <ac:spMk id="5" creationId="{79C6BF52-035B-85F9-48FE-3CA242178421}"/>
          </ac:spMkLst>
        </pc:spChg>
      </pc:sldChg>
      <pc:sldChg chg="modSp add del mod">
        <pc:chgData name="Bastian Hymon" userId="6acb79db21e93a52" providerId="LiveId" clId="{AFD1EFC9-6E2C-4DA6-A940-3F0352D7692A}" dt="2026-04-28T10:17:04.943" v="766" actId="47"/>
        <pc:sldMkLst>
          <pc:docMk/>
          <pc:sldMk cId="3019394026" sldId="268"/>
        </pc:sldMkLst>
        <pc:spChg chg="mod">
          <ac:chgData name="Bastian Hymon" userId="6acb79db21e93a52" providerId="LiveId" clId="{AFD1EFC9-6E2C-4DA6-A940-3F0352D7692A}" dt="2026-04-28T07:53:17.598" v="477" actId="20577"/>
          <ac:spMkLst>
            <pc:docMk/>
            <pc:sldMk cId="3019394026" sldId="268"/>
            <ac:spMk id="4" creationId="{BFFA4B2F-5DC0-91C4-F03C-FE2E2B2EB00D}"/>
          </ac:spMkLst>
        </pc:spChg>
        <pc:spChg chg="mod">
          <ac:chgData name="Bastian Hymon" userId="6acb79db21e93a52" providerId="LiveId" clId="{AFD1EFC9-6E2C-4DA6-A940-3F0352D7692A}" dt="2026-04-28T10:10:21.107" v="635" actId="20577"/>
          <ac:spMkLst>
            <pc:docMk/>
            <pc:sldMk cId="3019394026" sldId="268"/>
            <ac:spMk id="5" creationId="{5CDC2BBB-8E9A-B394-7A92-BD0CB43029E1}"/>
          </ac:spMkLst>
        </pc:spChg>
      </pc:sldChg>
      <pc:sldChg chg="modSp add del mod">
        <pc:chgData name="Bastian Hymon" userId="6acb79db21e93a52" providerId="LiveId" clId="{AFD1EFC9-6E2C-4DA6-A940-3F0352D7692A}" dt="2026-04-28T10:17:05.792" v="768" actId="47"/>
        <pc:sldMkLst>
          <pc:docMk/>
          <pc:sldMk cId="1460475193" sldId="269"/>
        </pc:sldMkLst>
        <pc:spChg chg="mod">
          <ac:chgData name="Bastian Hymon" userId="6acb79db21e93a52" providerId="LiveId" clId="{AFD1EFC9-6E2C-4DA6-A940-3F0352D7692A}" dt="2026-04-28T07:53:31.654" v="485" actId="20577"/>
          <ac:spMkLst>
            <pc:docMk/>
            <pc:sldMk cId="1460475193" sldId="269"/>
            <ac:spMk id="4" creationId="{F2D6A5F8-CC3E-9D42-FE74-F30CF7C7537E}"/>
          </ac:spMkLst>
        </pc:spChg>
      </pc:sldChg>
      <pc:sldChg chg="modSp add mod">
        <pc:chgData name="Bastian Hymon" userId="6acb79db21e93a52" providerId="LiveId" clId="{AFD1EFC9-6E2C-4DA6-A940-3F0352D7692A}" dt="2026-04-28T10:20:29.281" v="950" actId="20577"/>
        <pc:sldMkLst>
          <pc:docMk/>
          <pc:sldMk cId="2079406853" sldId="269"/>
        </pc:sldMkLst>
        <pc:spChg chg="mod">
          <ac:chgData name="Bastian Hymon" userId="6acb79db21e93a52" providerId="LiveId" clId="{AFD1EFC9-6E2C-4DA6-A940-3F0352D7692A}" dt="2026-04-28T10:20:20.491" v="932" actId="20577"/>
          <ac:spMkLst>
            <pc:docMk/>
            <pc:sldMk cId="2079406853" sldId="269"/>
            <ac:spMk id="4" creationId="{FF410EF3-6ABD-58BD-B491-99316CF13D0E}"/>
          </ac:spMkLst>
        </pc:spChg>
        <pc:spChg chg="mod">
          <ac:chgData name="Bastian Hymon" userId="6acb79db21e93a52" providerId="LiveId" clId="{AFD1EFC9-6E2C-4DA6-A940-3F0352D7692A}" dt="2026-04-28T10:20:29.281" v="950" actId="20577"/>
          <ac:spMkLst>
            <pc:docMk/>
            <pc:sldMk cId="2079406853" sldId="269"/>
            <ac:spMk id="5" creationId="{FCD08DEF-0627-9326-F72E-7A53C5964EE1}"/>
          </ac:spMkLst>
        </pc:spChg>
      </pc:sldChg>
      <pc:sldChg chg="modSp add del mod">
        <pc:chgData name="Bastian Hymon" userId="6acb79db21e93a52" providerId="LiveId" clId="{AFD1EFC9-6E2C-4DA6-A940-3F0352D7692A}" dt="2026-04-28T10:17:06.389" v="769" actId="47"/>
        <pc:sldMkLst>
          <pc:docMk/>
          <pc:sldMk cId="1386034134" sldId="270"/>
        </pc:sldMkLst>
        <pc:spChg chg="mod">
          <ac:chgData name="Bastian Hymon" userId="6acb79db21e93a52" providerId="LiveId" clId="{AFD1EFC9-6E2C-4DA6-A940-3F0352D7692A}" dt="2026-04-28T07:53:49.015" v="500" actId="20577"/>
          <ac:spMkLst>
            <pc:docMk/>
            <pc:sldMk cId="1386034134" sldId="270"/>
            <ac:spMk id="4" creationId="{BC8E6475-D4A2-D5F1-F38C-8E9A005BF832}"/>
          </ac:spMkLst>
        </pc:spChg>
      </pc:sldChg>
      <pc:sldChg chg="modSp add del mod">
        <pc:chgData name="Bastian Hymon" userId="6acb79db21e93a52" providerId="LiveId" clId="{AFD1EFC9-6E2C-4DA6-A940-3F0352D7692A}" dt="2026-04-28T10:17:02.353" v="761" actId="47"/>
        <pc:sldMkLst>
          <pc:docMk/>
          <pc:sldMk cId="3202323658" sldId="271"/>
        </pc:sldMkLst>
        <pc:spChg chg="mod">
          <ac:chgData name="Bastian Hymon" userId="6acb79db21e93a52" providerId="LiveId" clId="{AFD1EFC9-6E2C-4DA6-A940-3F0352D7692A}" dt="2026-04-28T10:09:21.968" v="561" actId="20577"/>
          <ac:spMkLst>
            <pc:docMk/>
            <pc:sldMk cId="3202323658" sldId="271"/>
            <ac:spMk id="5" creationId="{F6D4A5DC-F169-2BF1-C688-201A7962C2B8}"/>
          </ac:spMkLst>
        </pc:spChg>
      </pc:sldChg>
      <pc:sldChg chg="modSp add del mod">
        <pc:chgData name="Bastian Hymon" userId="6acb79db21e93a52" providerId="LiveId" clId="{AFD1EFC9-6E2C-4DA6-A940-3F0352D7692A}" dt="2026-04-28T10:17:03.243" v="763" actId="47"/>
        <pc:sldMkLst>
          <pc:docMk/>
          <pc:sldMk cId="2744335795" sldId="272"/>
        </pc:sldMkLst>
        <pc:spChg chg="mod">
          <ac:chgData name="Bastian Hymon" userId="6acb79db21e93a52" providerId="LiveId" clId="{AFD1EFC9-6E2C-4DA6-A940-3F0352D7692A}" dt="2026-04-28T10:09:45.199" v="588" actId="20577"/>
          <ac:spMkLst>
            <pc:docMk/>
            <pc:sldMk cId="2744335795" sldId="272"/>
            <ac:spMk id="5" creationId="{6F6CA47D-B54B-F467-78D7-11522CD62CB2}"/>
          </ac:spMkLst>
        </pc:spChg>
      </pc:sldChg>
      <pc:sldChg chg="modSp add del mod">
        <pc:chgData name="Bastian Hymon" userId="6acb79db21e93a52" providerId="LiveId" clId="{AFD1EFC9-6E2C-4DA6-A940-3F0352D7692A}" dt="2026-04-28T10:17:04.467" v="765" actId="47"/>
        <pc:sldMkLst>
          <pc:docMk/>
          <pc:sldMk cId="1471231054" sldId="273"/>
        </pc:sldMkLst>
        <pc:spChg chg="mod">
          <ac:chgData name="Bastian Hymon" userId="6acb79db21e93a52" providerId="LiveId" clId="{AFD1EFC9-6E2C-4DA6-A940-3F0352D7692A}" dt="2026-04-28T10:10:06.546" v="619" actId="20577"/>
          <ac:spMkLst>
            <pc:docMk/>
            <pc:sldMk cId="1471231054" sldId="273"/>
            <ac:spMk id="5" creationId="{8FD274BC-5063-8331-E3FC-F54B513A9C0C}"/>
          </ac:spMkLst>
        </pc:spChg>
      </pc:sldChg>
      <pc:sldChg chg="modSp add del mod">
        <pc:chgData name="Bastian Hymon" userId="6acb79db21e93a52" providerId="LiveId" clId="{AFD1EFC9-6E2C-4DA6-A940-3F0352D7692A}" dt="2026-04-28T10:17:05.373" v="767" actId="47"/>
        <pc:sldMkLst>
          <pc:docMk/>
          <pc:sldMk cId="1278402645" sldId="274"/>
        </pc:sldMkLst>
        <pc:spChg chg="mod">
          <ac:chgData name="Bastian Hymon" userId="6acb79db21e93a52" providerId="LiveId" clId="{AFD1EFC9-6E2C-4DA6-A940-3F0352D7692A}" dt="2026-04-28T10:10:30.872" v="658" actId="20577"/>
          <ac:spMkLst>
            <pc:docMk/>
            <pc:sldMk cId="1278402645" sldId="274"/>
            <ac:spMk id="5" creationId="{C83C6D7B-6F1B-33B2-A7A4-63FD68EACA79}"/>
          </ac:spMkLst>
        </pc:spChg>
      </pc:sldChg>
      <pc:sldMasterChg chg="addSldLayout delSldLayout">
        <pc:chgData name="Bastian Hymon" userId="6acb79db21e93a52" providerId="LiveId" clId="{AFD1EFC9-6E2C-4DA6-A940-3F0352D7692A}" dt="2026-04-28T07:32:24.962" v="71" actId="47"/>
        <pc:sldMasterMkLst>
          <pc:docMk/>
          <pc:sldMasterMk cId="2055207460" sldId="2147483648"/>
        </pc:sldMasterMkLst>
        <pc:sldLayoutChg chg="add del">
          <pc:chgData name="Bastian Hymon" userId="6acb79db21e93a52" providerId="LiveId" clId="{AFD1EFC9-6E2C-4DA6-A940-3F0352D7692A}" dt="2026-04-28T07:32:24.962" v="71" actId="47"/>
          <pc:sldLayoutMkLst>
            <pc:docMk/>
            <pc:sldMasterMk cId="2055207460" sldId="2147483648"/>
            <pc:sldLayoutMk cId="3911133744" sldId="214748370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2BF783-3B77-5574-7BDB-C060ADAAA3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11402-D701-2495-D3DB-44B5A0814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B1069-75E4-459F-81E7-F12BB487B326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152826-BD67-C4CA-3A41-AE637F92D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59763-3BF1-C53C-42C3-27CFC47878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02372-862D-4B08-94DD-BA1BDCBB64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3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570">
          <p15:clr>
            <a:srgbClr val="FBAE40"/>
          </p15:clr>
        </p15:guide>
        <p15:guide id="3" pos="3840">
          <p15:clr>
            <a:srgbClr val="FBAE40"/>
          </p15:clr>
        </p15:guide>
        <p15:guide id="4" pos="3454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10624" y="162877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24A76E9-4CED-4D5F-6A01-C8E165B1E7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15" y="347733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BB3032F-2C44-83C5-5807-0B6489CE3C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5B34177-F611-3977-1E10-3DA22D1AD014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B0C03E30-F7EA-F3B0-AB93-709937A4E5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249" y="232025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42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4A915FB-AA9D-82A1-C54A-0E847DE924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55AE84F-449E-43BA-9F66-C2F89B7B47A6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F078715-624E-0A03-8E37-299424310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AB7A1905-84D7-80B9-4A1C-3F69AB2595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4E7BA6B4-B985-210B-DAD1-D73A882E8B0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11303356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</p:txBody>
      </p: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4723654-341A-EDFE-0B9D-B12947FA1BDB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091A975-7054-629F-959B-9953B5B0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B4F8A090-4008-142B-4C28-277F7094C0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82A23D-A293-1F79-1255-802918F7AEA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2B7E807-5666-DF42-8E55-2357C2366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997D11E9-E87E-2225-BDB2-654BE7640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859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242172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859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7241531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59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42172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96E9EC4-4915-E2DF-6B10-47AA7974E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85981E93-6786-898E-FF37-70A063D7C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2F8680-8DFD-51F6-E4AE-708416CC9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61693E8-A001-74CE-9D80-E08319ED8CB3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727BAC4-4BE5-EE3A-D73C-1EB9EB91C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5FFA1AF-3958-2A60-4D54-27CAA331AC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75204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3337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670949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38561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A7DB32A-1F37-CC35-F26D-B17A2729A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3501C40-7E68-6D52-E79A-0ED979562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1FB677-3BBF-813C-3319-9393801C6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C3BB0B1-33D7-CD45-5568-53FD454792E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6183C85-F26B-7836-B082-B1CA6E61EE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BB7E082-F5C2-9E98-5298-F938293FFC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00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52C8103-D8A6-1EDC-266D-81C32774B8E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5A85C94-0FA2-3565-5CA8-18FD3D11A4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B8D436B1-6CE6-8246-D93E-63AA702EAB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01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01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01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5611813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1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AE8050E-067A-1BF5-3DA6-2E396F6AB7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D144AFE3-00F6-FA4B-A41D-E0661616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00B907-50FF-A432-570E-281444D94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2FD326-8200-1D91-A4D4-0EE78E0093B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03540713-E7EF-D04A-35A6-8F7630A9E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F6A37BB-7C2E-BAB5-7E69-5E3971EE5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3682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C57C806-B6B4-EB6A-CA24-05634028DF65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E2E804-5192-5DAB-4F1F-1C7F7A97D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2A50F295-4FF4-9133-EA93-3E6485128B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5E1528-45A2-FE26-8EFD-B4989A8391A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A2B493-39CC-1831-88FE-302C54948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4C9E4019-DA02-BAFA-E150-5F27374780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5A807D-B1D2-9D0C-2D9A-345F108D2D7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5C192A2-8F56-5374-9204-F936795E9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7D9927A2-9F51-FDD9-63FC-82B80463F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2B4EA7-F696-2C84-DCE6-D80B34A296B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0FD305-CCA1-5DF7-2BD0-FF850D160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143AA74-2CD7-94FF-130C-05D59A8EAA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6128C33-BBE4-CC72-2071-D37311CCB2D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C14F01-817D-EA38-D5A3-7B4564114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B191F81E-D8A5-F8BF-8A55-24DCF23BF0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D2D8EEF-5DC1-E20D-D01C-9C40EA2C1E80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C27EC152-24A1-EDC8-ABAD-F2AD3942D2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06B2760C-AB6A-87FB-57A8-D7B45355B3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2018513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 dirty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 dirty="0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88EFCE-97F4-CFB9-D917-D9C32832B7F1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B5BDE01-73B8-1CF0-6A00-F823303BC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BE1B1AB-FA83-D475-DC00-A5644E585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C353B3B-39D5-0C9A-4B9A-BB5DAF6A0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392" y="2810480"/>
            <a:ext cx="3600000" cy="4084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Telefonnummer einfügen</a:t>
            </a:r>
          </a:p>
          <a:p>
            <a:pPr lvl="0"/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37A1767-8D9A-EE6E-8998-874033C3F7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8392" y="3504666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27B9ED0-EAF7-717C-61C7-946F59DBC5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6466" y="4512521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669" r:id="rId3"/>
    <p:sldLayoutId id="2147483663" r:id="rId4"/>
    <p:sldLayoutId id="2147483676" r:id="rId5"/>
    <p:sldLayoutId id="2147483671" r:id="rId6"/>
    <p:sldLayoutId id="2147483677" r:id="rId7"/>
    <p:sldLayoutId id="2147483681" r:id="rId8"/>
    <p:sldLayoutId id="2147483683" r:id="rId9"/>
    <p:sldLayoutId id="2147483674" r:id="rId10"/>
    <p:sldLayoutId id="2147483675" r:id="rId11"/>
    <p:sldLayoutId id="2147483662" r:id="rId12"/>
    <p:sldLayoutId id="2147483707" r:id="rId13"/>
    <p:sldLayoutId id="2147483706" r:id="rId14"/>
    <p:sldLayoutId id="2147483708" r:id="rId15"/>
    <p:sldLayoutId id="2147483705" r:id="rId16"/>
    <p:sldLayoutId id="214748366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KI-Projekt Texpromting</a:t>
            </a:r>
          </a:p>
          <a:p>
            <a:r>
              <a:rPr lang="de-DE" sz="4600" dirty="0"/>
              <a:t>Schriftlicher Bericht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A8503C-1687-F9CF-75A6-441253ECCF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3113"/>
            <a:ext cx="10007413" cy="639762"/>
          </a:xfrm>
        </p:spPr>
        <p:txBody>
          <a:bodyPr/>
          <a:lstStyle/>
          <a:p>
            <a:r>
              <a:rPr lang="de-DE" sz="1400" dirty="0"/>
              <a:t>Christopher Liebl, Benedikt Buttenmüller, Simon Lamprecht, Johannes Lange, Tom Weigel, Bastian Hymon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DA5A2-B2BF-473D-A67B-E1B62D4B72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pic>
        <p:nvPicPr>
          <p:cNvPr id="9" name="Bildplatzhalter 8" descr="Ein Bild, das Wolke, draußen, Gras, Himmel enthält.&#10;&#10;Automatisch generierte Beschreibung">
            <a:extLst>
              <a:ext uri="{FF2B5EF4-FFF2-40B4-BE49-F238E27FC236}">
                <a16:creationId xmlns:a16="http://schemas.microsoft.com/office/drawing/2014/main" id="{77DCF7FA-EA09-EDFC-A3BE-4F49B86ED42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" b="8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E952946-FB3D-C10F-A94C-B90440B9244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91865D-6CC8-F8A0-1312-4C3820E3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4B9615-FA9A-4740-3D02-3BF20C9BB3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Problembeschreibung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FBACF3-43B2-FB60-FFE6-2F51D0EDCF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881F226-370F-5927-67AA-42EF64B0D7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1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6D00-F3FD-5795-120D-CCF52F18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DED9613-823C-3D36-7555-7D9C75431D5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851CCF-CC69-A15A-E42D-27CEBED4F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967E66-A8A1-4F96-5FBA-9DC5F29139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Aktueller 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2F8B62A-C4F0-797E-C64F-B09C349378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Backend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5837C59-68FC-11F8-A182-B3EF1682D5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733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0827-7B46-AB23-20D4-F2F02C1E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8AE29A8-15A2-6057-D9AA-BEAF411708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486DBA-B965-7051-A41A-74FAF7DA8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23DA69-EFE0-FA12-36DD-E755BCC44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Aktueller 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88615F-7973-03ED-DB8B-A5AB436068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Frontend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DBD438E-674C-99F0-DC5D-BD6BC70128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53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AC0FD-C9D6-3C7A-C8DD-911052C1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0AE63BB-1B02-BDDE-698A-56C14CB7E12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FADA81F-30CE-C868-FDA1-DB0D74B9E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05F16DC-B6F0-2D64-3A19-37B73851B3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Aktueller 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C6BF52-035B-85F9-48FE-3CA2421784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Jira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2D1E4D9-58EF-6710-227B-FDFBFD1B96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8780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E5CD-2A34-2D3D-61BA-CDF913A39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502FAC-E350-19F6-6E3C-E2F0144FBFF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3CA04D6-BB3D-15D3-1FB3-1109348D8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C8CDB7-6215-983B-A1AB-97EEA4804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Aktueller 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619E7AD-7F01-C5C4-BE3B-62331F91C5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Probleme und Bottlenecks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2D00F6F-DE6C-F153-FE21-5C7A668EEB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559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34DE-423A-18EA-7C28-BFCE7DA1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E7C1744-FB33-B589-28C2-86141BD2242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Organisationseinheit | Autorin/Autor | Name der Veranstaltung/Vorlesung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C78A35-62E2-30DF-E5A4-13ACEA6BB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410EF3-6ABD-58BD-B491-99316CF13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D08DEF-0627-9326-F72E-7A53C5964E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Nächste Schritte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DA691B9-3AFD-3D84-6D89-6B6A69D396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7940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DF4B18-6E4A-B8AF-4C30-F8C9C4D5E9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Stabsstelle Kommunikation</a:t>
            </a:r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1755B3-D6D0-0BDE-01FC-40B3DB5F0E9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5996F-6B19-3176-B1A5-177D23732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7147D1-2036-95F4-774C-93DDF3378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FB1FE0-8CCF-260D-D940-384FF80C15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Bitte wenden Sie sich bei Fragen an uns</a:t>
            </a: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D506ADA-D51D-0F47-C6FF-2523D3DFC6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0FF552A-A38F-6D61-A136-653E08D20C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 err="1"/>
              <a:t>Seybothstraße</a:t>
            </a:r>
            <a:r>
              <a:rPr lang="de-DE" dirty="0"/>
              <a:t> 2</a:t>
            </a:r>
          </a:p>
          <a:p>
            <a:r>
              <a:rPr lang="de-DE" dirty="0"/>
              <a:t>93053 Regensburg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938A625-4C84-E31C-2D1C-B2221751D30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48392" y="4513899"/>
            <a:ext cx="3600000" cy="408495"/>
          </a:xfrm>
        </p:spPr>
        <p:txBody>
          <a:bodyPr/>
          <a:lstStyle/>
          <a:p>
            <a:r>
              <a:rPr lang="de-DE" dirty="0"/>
              <a:t>kommunikation@oth-regensburg.de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6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122D5DF3E7384394A6965D22B98D58" ma:contentTypeVersion="21" ma:contentTypeDescription="Ein neues Dokument erstellen." ma:contentTypeScope="" ma:versionID="e9bcec3d4b4d820f1fd8570952de6515">
  <xsd:schema xmlns:xsd="http://www.w3.org/2001/XMLSchema" xmlns:xs="http://www.w3.org/2001/XMLSchema" xmlns:p="http://schemas.microsoft.com/office/2006/metadata/properties" xmlns:ns1="f6fd5e78-b8f3-4cb0-91f9-df1f4af60ed7" xmlns:ns3="7a12b140-0691-4f70-b58e-f168b3d46def" xmlns:ns4="http://schemas.microsoft.com/sharepoint/v4" targetNamespace="http://schemas.microsoft.com/office/2006/metadata/properties" ma:root="true" ma:fieldsID="198a3c60e0180174d8b93c3e1685b8c6" ns1:_="" ns3:_="" ns4:_="">
    <xsd:import namespace="f6fd5e78-b8f3-4cb0-91f9-df1f4af60ed7"/>
    <xsd:import namespace="7a12b140-0691-4f70-b58e-f168b3d46de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Gruppe_x0020_Studierende" minOccurs="0"/>
                <xsd:element ref="ns1:SharedWithUsers" minOccurs="0"/>
                <xsd:element ref="ns1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fd5e78-b8f3-4cb0-91f9-df1f4af60ed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 ma:readOnly="false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 ma:readOnly="false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  <xsd:enumeration value="ZiL"/>
        </xsd:restriction>
      </xsd:simpleType>
    </xsd:element>
    <xsd:element name="Dokumentenart" ma:index="2" nillable="true" ma:displayName="Ordnerzuordnung" ma:format="Dropdown" ma:internalName="Dokumentenart" ma:readOnly="false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Gebäude und Technik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IT-Zentrum"/>
          <xsd:enumeration value="Hochschulwahl"/>
        </xsd:restriction>
      </xsd:simpleType>
    </xsd:element>
    <xsd:element name="Bezeichnung" ma:index="4" nillable="true" ma:displayName="Bezeichnung" ma:internalName="Bezeichnung" ma:readOnly="false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 ma:readOnly="false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 ma:readOnly="false">
      <xsd:simpleType>
        <xsd:restriction base="dms:DateTime"/>
      </xsd:simpleType>
    </xsd:element>
    <xsd:element name="Ersteller" ma:index="8" nillable="true" ma:displayName="Erstellung" ma:list="UserInfo" ma:internalName="Erstell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internalName="Pr_x00fc_f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internalName="Freigeb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ruppe_x0020_Studierende" ma:index="21" nillable="true" ma:displayName="Gruppe Studierende" ma:format="RadioButtons" ma:internalName="Gruppe_x0020_Studierende" ma:readOnly="false">
      <xsd:simpleType>
        <xsd:restriction base="dms:Choice">
          <xsd:enumeration value="Ja"/>
          <xsd:enumeration value="Nein"/>
        </xsd:restriction>
      </xsd:simpleType>
    </xsd:element>
    <xsd:element name="SharedWithUsers" ma:index="22" nillable="true" ma:displayName="Freigegeben für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2b140-0691-4f70-b58e-f168b3d46def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internalName="IconOverlay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Gruppe_x0020_Studierende xmlns="f6fd5e78-b8f3-4cb0-91f9-df1f4af60ed7">Ja</Gruppe_x0020_Studierende>
    <Pr_x00fc_fer xmlns="f6fd5e78-b8f3-4cb0-91f9-df1f4af60ed7">
      <UserInfo>
        <DisplayName>Alisa Weinhold</DisplayName>
        <AccountId>294</AccountId>
        <AccountType/>
      </UserInfo>
    </Pr_x00fc_fer>
    <Freigeber xmlns="f6fd5e78-b8f3-4cb0-91f9-df1f4af60ed7">
      <UserInfo>
        <DisplayName>Alisa Weinhold</DisplayName>
        <AccountId>294</AccountId>
        <AccountType/>
      </UserInfo>
    </Freigeber>
    <Bezeichnung xmlns="f6fd5e78-b8f3-4cb0-91f9-df1f4af60ed7">Hochschulpräsentation OTH Regensburg - Vereinfachte Version - 16x9</Bezeichnung>
    <Dokumentenart0 xmlns="f6fd5e78-b8f3-4cb0-91f9-df1f4af60ed7">Allgemeine Information</Dokumentenart0>
    <Ersteller xmlns="f6fd5e78-b8f3-4cb0-91f9-df1f4af60ed7">
      <UserInfo>
        <DisplayName>Guelay Sahil</DisplayName>
        <AccountId>439</AccountId>
        <AccountType/>
      </UserInfo>
    </Ersteller>
    <Ausgabedatum xmlns="f6fd5e78-b8f3-4cb0-91f9-df1f4af60ed7">2024-06-11T22:00:00+00:00</Ausgabedatum>
    <G_x00fc_ltig_x0020_bis xmlns="f6fd5e78-b8f3-4cb0-91f9-df1f4af60ed7">2026-06-11T22:00:00+00:00</G_x00fc_ltig_x0020_bis>
    <Verantwortlich xmlns="f6fd5e78-b8f3-4cb0-91f9-df1f4af60ed7">Kom</Verantwortlich>
    <Dokumentenart xmlns="f6fd5e78-b8f3-4cb0-91f9-df1f4af60ed7">Kommunikation</Dokumentenart>
    <_dlc_DocId xmlns="7a12b140-0691-4f70-b58e-f168b3d46def">MJAR55X3VR3P-1995469596-876</_dlc_DocId>
    <_dlc_DocIdUrl xmlns="7a12b140-0691-4f70-b58e-f168b3d46def">
      <Url>https://sp.hs-regensburg.de/QuO/QuD-Portal/_layouts/15/DocIdRedir.aspx?ID=MJAR55X3VR3P-1995469596-876</Url>
      <Description>MJAR55X3VR3P-1995469596-876</Description>
    </_dlc_DocIdUrl>
    <SharedWithDetails xmlns="f6fd5e78-b8f3-4cb0-91f9-df1f4af60ed7" xsi:nil="true"/>
    <SharedWithUsers xmlns="f6fd5e78-b8f3-4cb0-91f9-df1f4af60ed7">
      <UserInfo>
        <DisplayName/>
        <AccountId xsi:nil="true"/>
        <AccountType/>
      </UserInfo>
    </SharedWithUsers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685AF1-9D8B-4832-88E0-313350BCFD5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F7C641D0-CE2F-43BA-A7E4-2DA0F4189B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fd5e78-b8f3-4cb0-91f9-df1f4af60ed7"/>
    <ds:schemaRef ds:uri="7a12b140-0691-4f70-b58e-f168b3d46de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356504-F539-424F-9E83-9400624CC88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971c57a-c4d2-41d0-9c55-e961d64dde2b"/>
    <ds:schemaRef ds:uri="2b7adb41-54c0-423e-891d-f7b9e3223bd8"/>
    <ds:schemaRef ds:uri="http://www.w3.org/XML/1998/namespace"/>
    <ds:schemaRef ds:uri="60ae07f9-c710-4147-a4bb-ffce3af5c857"/>
    <ds:schemaRef ds:uri="http://schemas.microsoft.com/sharepoint/v4"/>
    <ds:schemaRef ds:uri="44449387-be1d-4a23-a037-6363c2cb9483"/>
    <ds:schemaRef ds:uri="f6fd5e78-b8f3-4cb0-91f9-df1f4af60ed7"/>
    <ds:schemaRef ds:uri="7a12b140-0691-4f70-b58e-f168b3d46def"/>
  </ds:schemaRefs>
</ds:datastoreItem>
</file>

<file path=customXml/itemProps4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Breitbild</PresentationFormat>
  <Paragraphs>43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Lucida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Bastian Hymon</cp:lastModifiedBy>
  <cp:revision>132</cp:revision>
  <dcterms:created xsi:type="dcterms:W3CDTF">2023-07-23T18:15:39Z</dcterms:created>
  <dcterms:modified xsi:type="dcterms:W3CDTF">2026-04-28T10:20:51Z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0x010100A2122D5DF3E7384394A6965D22B98D58</vt:lpwstr>
  </property>
  <property fmtid="{D5CDD505-2E9C-101B-9397-08002B2CF9AE}" pid="3" name="MediaServiceImageTags">
    <vt:lpwstr/>
  </property>
  <property fmtid="{D5CDD505-2E9C-101B-9397-08002B2CF9AE}" pid="4" name="_dlc_DocIdItemGuid">
    <vt:lpwstr>2d86ab63-b84b-45bf-aa8e-152de23f3fa8</vt:lpwstr>
  </property>
  <property fmtid="{D5CDD505-2E9C-101B-9397-08002B2CF9AE}" pid="5" name="Prüfung">
    <vt:lpwstr>68</vt:lpwstr>
  </property>
  <property fmtid="{D5CDD505-2E9C-101B-9397-08002B2CF9AE}" pid="6" name="Erstellung">
    <vt:lpwstr>72</vt:lpwstr>
  </property>
  <property fmtid="{D5CDD505-2E9C-101B-9397-08002B2CF9AE}" pid="7" name="Ordnerzuordnung">
    <vt:lpwstr>Kommunikation</vt:lpwstr>
  </property>
  <property fmtid="{D5CDD505-2E9C-101B-9397-08002B2CF9AE}" pid="8" name="Wert der Dokument-ID">
    <vt:lpwstr>MJAR55X3VR3P-1995469596-876</vt:lpwstr>
  </property>
  <property fmtid="{D5CDD505-2E9C-101B-9397-08002B2CF9AE}" pid="9" name="Freigabe">
    <vt:lpwstr>68</vt:lpwstr>
  </property>
  <property fmtid="{D5CDD505-2E9C-101B-9397-08002B2CF9AE}" pid="10" name="Thema">
    <vt:lpwstr>Vorlage</vt:lpwstr>
  </property>
  <property fmtid="{D5CDD505-2E9C-101B-9397-08002B2CF9AE}" pid="11" name="Automatische-DNR-Vergabe">
    <vt:lpwstr>https://othrgb.sharepoint.com/sites/sps_quo/qud-portal/_layouts/15/wrkstat.aspx?list=60ae07f9-c710-4147-a4bb-ffce3af5c857&amp;workflowinstancename=604c5300-fe88-4c3b-9e86-5b3313bf58cc, Stufe 1</vt:lpwstr>
  </property>
  <property fmtid="{D5CDD505-2E9C-101B-9397-08002B2CF9AE}" pid="12" name="D-Nr">
    <vt:lpwstr>876</vt:lpwstr>
  </property>
</Properties>
</file>