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0"/>
  </p:notesMasterIdLst>
  <p:handoutMasterIdLst>
    <p:handoutMasterId r:id="rId21"/>
  </p:handoutMasterIdLst>
  <p:sldIdLst>
    <p:sldId id="261" r:id="rId6"/>
    <p:sldId id="263" r:id="rId7"/>
    <p:sldId id="264" r:id="rId8"/>
    <p:sldId id="265" r:id="rId9"/>
    <p:sldId id="271" r:id="rId10"/>
    <p:sldId id="266" r:id="rId11"/>
    <p:sldId id="272" r:id="rId12"/>
    <p:sldId id="267" r:id="rId13"/>
    <p:sldId id="273" r:id="rId14"/>
    <p:sldId id="268" r:id="rId15"/>
    <p:sldId id="274" r:id="rId16"/>
    <p:sldId id="269" r:id="rId17"/>
    <p:sldId id="270" r:id="rId18"/>
    <p:sldId id="275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orient="horz" pos="3385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  <p15:guide id="9" pos="7469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D00"/>
    <a:srgbClr val="C22E0C"/>
    <a:srgbClr val="FFED00"/>
    <a:srgbClr val="D5D2C2"/>
    <a:srgbClr val="831F82"/>
    <a:srgbClr val="DEDC00"/>
    <a:srgbClr val="00964F"/>
    <a:srgbClr val="009BAC"/>
    <a:srgbClr val="164194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BC77B-2BDB-4490-A732-E33B67E0BFFD}" v="50" dt="2026-04-30T05:53:50.8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95" autoAdjust="0"/>
    <p:restoredTop sz="94660"/>
  </p:normalViewPr>
  <p:slideViewPr>
    <p:cSldViewPr snapToGrid="0" showGuides="1">
      <p:cViewPr>
        <p:scale>
          <a:sx n="91" d="100"/>
          <a:sy n="91" d="100"/>
        </p:scale>
        <p:origin x="150" y="132"/>
      </p:cViewPr>
      <p:guideLst>
        <p:guide orient="horz" pos="2160"/>
        <p:guide pos="3840"/>
        <p:guide orient="horz" pos="3634"/>
        <p:guide pos="438"/>
        <p:guide pos="7242"/>
        <p:guide pos="211"/>
        <p:guide orient="horz" pos="3385"/>
        <p:guide orient="horz" pos="3861"/>
        <p:guide pos="7469"/>
        <p:guide orient="horz" pos="1026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tian Hymon" userId="6acb79db21e93a52" providerId="LiveId" clId="{AFD1EFC9-6E2C-4DA6-A940-3F0352D7692A}"/>
    <pc:docChg chg="undo custSel addSld delSld modSld sldOrd">
      <pc:chgData name="Bastian Hymon" userId="6acb79db21e93a52" providerId="LiveId" clId="{AFD1EFC9-6E2C-4DA6-A940-3F0352D7692A}" dt="2026-04-30T05:53:59.496" v="1120" actId="20577"/>
      <pc:docMkLst>
        <pc:docMk/>
      </pc:docMkLst>
      <pc:sldChg chg="addSp delSp modSp add del mod">
        <pc:chgData name="Bastian Hymon" userId="6acb79db21e93a52" providerId="LiveId" clId="{AFD1EFC9-6E2C-4DA6-A940-3F0352D7692A}" dt="2026-04-30T05:51:28.776" v="1047" actId="478"/>
        <pc:sldMkLst>
          <pc:docMk/>
          <pc:sldMk cId="518339137" sldId="261"/>
        </pc:sldMkLst>
        <pc:spChg chg="mod">
          <ac:chgData name="Bastian Hymon" userId="6acb79db21e93a52" providerId="LiveId" clId="{AFD1EFC9-6E2C-4DA6-A940-3F0352D7692A}" dt="2026-04-28T07:33:04.469" v="137" actId="27636"/>
          <ac:spMkLst>
            <pc:docMk/>
            <pc:sldMk cId="518339137" sldId="261"/>
            <ac:spMk id="2" creationId="{80AD557D-0DB7-6AFC-EEF9-08E04F9257D8}"/>
          </ac:spMkLst>
        </pc:spChg>
        <pc:spChg chg="add del mod">
          <ac:chgData name="Bastian Hymon" userId="6acb79db21e93a52" providerId="LiveId" clId="{AFD1EFC9-6E2C-4DA6-A940-3F0352D7692A}" dt="2026-04-30T05:51:27.046" v="1046" actId="478"/>
          <ac:spMkLst>
            <pc:docMk/>
            <pc:sldMk cId="518339137" sldId="261"/>
            <ac:spMk id="4" creationId="{EFA8503C-1687-F9CF-75A6-441253ECCF6C}"/>
          </ac:spMkLst>
        </pc:spChg>
        <pc:spChg chg="mod">
          <ac:chgData name="Bastian Hymon" userId="6acb79db21e93a52" providerId="LiveId" clId="{AFD1EFC9-6E2C-4DA6-A940-3F0352D7692A}" dt="2026-04-30T05:51:21.139" v="1043" actId="20577"/>
          <ac:spMkLst>
            <pc:docMk/>
            <pc:sldMk cId="518339137" sldId="261"/>
            <ac:spMk id="5" creationId="{FECDA5A2-B2BF-473D-A67B-E1B62D4B72E9}"/>
          </ac:spMkLst>
        </pc:spChg>
        <pc:spChg chg="add del mod">
          <ac:chgData name="Bastian Hymon" userId="6acb79db21e93a52" providerId="LiveId" clId="{AFD1EFC9-6E2C-4DA6-A940-3F0352D7692A}" dt="2026-04-30T05:51:25.716" v="1045" actId="478"/>
          <ac:spMkLst>
            <pc:docMk/>
            <pc:sldMk cId="518339137" sldId="261"/>
            <ac:spMk id="7" creationId="{228B0426-C71B-176C-BDB9-A33D0BD79D0D}"/>
          </ac:spMkLst>
        </pc:spChg>
        <pc:spChg chg="add del mod">
          <ac:chgData name="Bastian Hymon" userId="6acb79db21e93a52" providerId="LiveId" clId="{AFD1EFC9-6E2C-4DA6-A940-3F0352D7692A}" dt="2026-04-30T05:51:28.776" v="1047" actId="478"/>
          <ac:spMkLst>
            <pc:docMk/>
            <pc:sldMk cId="518339137" sldId="261"/>
            <ac:spMk id="10" creationId="{56230A9A-9894-1B16-3076-9F17B71F6BE9}"/>
          </ac:spMkLst>
        </pc:spChg>
      </pc:sldChg>
      <pc:sldChg chg="modSp del mod">
        <pc:chgData name="Bastian Hymon" userId="6acb79db21e93a52" providerId="LiveId" clId="{AFD1EFC9-6E2C-4DA6-A940-3F0352D7692A}" dt="2026-04-30T05:53:11.083" v="1085" actId="47"/>
        <pc:sldMkLst>
          <pc:docMk/>
          <pc:sldMk cId="44672609" sldId="262"/>
        </pc:sldMkLst>
        <pc:spChg chg="mod">
          <ac:chgData name="Bastian Hymon" userId="6acb79db21e93a52" providerId="LiveId" clId="{AFD1EFC9-6E2C-4DA6-A940-3F0352D7692A}" dt="2026-04-30T05:53:00.581" v="1068"/>
          <ac:spMkLst>
            <pc:docMk/>
            <pc:sldMk cId="44672609" sldId="262"/>
            <ac:spMk id="3" creationId="{951755B3-D6D0-0BDE-01FC-40B3DB5F0E9E}"/>
          </ac:spMkLst>
        </pc:spChg>
        <pc:spChg chg="mod">
          <ac:chgData name="Bastian Hymon" userId="6acb79db21e93a52" providerId="LiveId" clId="{AFD1EFC9-6E2C-4DA6-A940-3F0352D7692A}" dt="2026-04-30T05:53:07.315" v="1084" actId="20577"/>
          <ac:spMkLst>
            <pc:docMk/>
            <pc:sldMk cId="44672609" sldId="262"/>
            <ac:spMk id="5" creationId="{A07147D1-2036-95F4-774C-93DDF337863C}"/>
          </ac:spMkLst>
        </pc:spChg>
      </pc:sldChg>
      <pc:sldChg chg="addSp delSp modSp new mod">
        <pc:chgData name="Bastian Hymon" userId="6acb79db21e93a52" providerId="LiveId" clId="{AFD1EFC9-6E2C-4DA6-A940-3F0352D7692A}" dt="2026-04-30T05:53:59.496" v="1120" actId="20577"/>
        <pc:sldMkLst>
          <pc:docMk/>
          <pc:sldMk cId="3016980530" sldId="263"/>
        </pc:sldMkLst>
        <pc:spChg chg="mod">
          <ac:chgData name="Bastian Hymon" userId="6acb79db21e93a52" providerId="LiveId" clId="{AFD1EFC9-6E2C-4DA6-A940-3F0352D7692A}" dt="2026-04-30T05:38:12.156" v="687" actId="20577"/>
          <ac:spMkLst>
            <pc:docMk/>
            <pc:sldMk cId="3016980530" sldId="263"/>
            <ac:spMk id="2" creationId="{13B0F0DA-4FCC-F135-725A-DBB1289407F1}"/>
          </ac:spMkLst>
        </pc:spChg>
        <pc:spChg chg="mod">
          <ac:chgData name="Bastian Hymon" userId="6acb79db21e93a52" providerId="LiveId" clId="{AFD1EFC9-6E2C-4DA6-A940-3F0352D7692A}" dt="2026-04-30T05:38:17.748" v="700" actId="20577"/>
          <ac:spMkLst>
            <pc:docMk/>
            <pc:sldMk cId="3016980530" sldId="263"/>
            <ac:spMk id="3" creationId="{80559167-0D42-E420-6D6B-EA0798617D6E}"/>
          </ac:spMkLst>
        </pc:spChg>
        <pc:spChg chg="mod">
          <ac:chgData name="Bastian Hymon" userId="6acb79db21e93a52" providerId="LiveId" clId="{AFD1EFC9-6E2C-4DA6-A940-3F0352D7692A}" dt="2026-04-30T05:38:21.052" v="708" actId="20577"/>
          <ac:spMkLst>
            <pc:docMk/>
            <pc:sldMk cId="3016980530" sldId="263"/>
            <ac:spMk id="4" creationId="{B48681A7-DD7F-B3C9-59FB-32F473BDC305}"/>
          </ac:spMkLst>
        </pc:spChg>
        <pc:spChg chg="mod">
          <ac:chgData name="Bastian Hymon" userId="6acb79db21e93a52" providerId="LiveId" clId="{AFD1EFC9-6E2C-4DA6-A940-3F0352D7692A}" dt="2026-04-30T05:38:23.902" v="713" actId="20577"/>
          <ac:spMkLst>
            <pc:docMk/>
            <pc:sldMk cId="3016980530" sldId="263"/>
            <ac:spMk id="5" creationId="{811E1D6F-A096-E814-9625-4A6B53BAE973}"/>
          </ac:spMkLst>
        </pc:spChg>
        <pc:spChg chg="mod">
          <ac:chgData name="Bastian Hymon" userId="6acb79db21e93a52" providerId="LiveId" clId="{AFD1EFC9-6E2C-4DA6-A940-3F0352D7692A}" dt="2026-04-30T05:38:27.029" v="723" actId="20577"/>
          <ac:spMkLst>
            <pc:docMk/>
            <pc:sldMk cId="3016980530" sldId="263"/>
            <ac:spMk id="6" creationId="{4AFA6E4C-1ABC-233A-1EA5-93BCE267C162}"/>
          </ac:spMkLst>
        </pc:spChg>
        <pc:spChg chg="mod">
          <ac:chgData name="Bastian Hymon" userId="6acb79db21e93a52" providerId="LiveId" clId="{AFD1EFC9-6E2C-4DA6-A940-3F0352D7692A}" dt="2026-04-30T05:38:35.530" v="733" actId="5793"/>
          <ac:spMkLst>
            <pc:docMk/>
            <pc:sldMk cId="3016980530" sldId="263"/>
            <ac:spMk id="7" creationId="{32A23976-8518-E452-304C-38EAD5C34045}"/>
          </ac:spMkLst>
        </pc:spChg>
        <pc:spChg chg="add del mod">
          <ac:chgData name="Bastian Hymon" userId="6acb79db21e93a52" providerId="LiveId" clId="{AFD1EFC9-6E2C-4DA6-A940-3F0352D7692A}" dt="2026-04-30T05:52:02.299" v="1054"/>
          <ac:spMkLst>
            <pc:docMk/>
            <pc:sldMk cId="3016980530" sldId="263"/>
            <ac:spMk id="8" creationId="{611F3A3C-FD39-B607-474C-49F27BE4D950}"/>
          </ac:spMkLst>
        </pc:spChg>
        <pc:spChg chg="mod">
          <ac:chgData name="Bastian Hymon" userId="6acb79db21e93a52" providerId="LiveId" clId="{AFD1EFC9-6E2C-4DA6-A940-3F0352D7692A}" dt="2026-04-28T07:33:50.012" v="171" actId="20577"/>
          <ac:spMkLst>
            <pc:docMk/>
            <pc:sldMk cId="3016980530" sldId="263"/>
            <ac:spMk id="10" creationId="{71EB3EC9-20C6-FFB3-077A-FAFDA02D3318}"/>
          </ac:spMkLst>
        </pc:spChg>
        <pc:spChg chg="mod">
          <ac:chgData name="Bastian Hymon" userId="6acb79db21e93a52" providerId="LiveId" clId="{AFD1EFC9-6E2C-4DA6-A940-3F0352D7692A}" dt="2026-04-28T07:34:35.707" v="212" actId="20577"/>
          <ac:spMkLst>
            <pc:docMk/>
            <pc:sldMk cId="3016980530" sldId="263"/>
            <ac:spMk id="11" creationId="{D53822D4-E9F6-9FFD-618A-0E0C44E88894}"/>
          </ac:spMkLst>
        </pc:spChg>
        <pc:spChg chg="mod">
          <ac:chgData name="Bastian Hymon" userId="6acb79db21e93a52" providerId="LiveId" clId="{AFD1EFC9-6E2C-4DA6-A940-3F0352D7692A}" dt="2026-04-28T07:34:45.885" v="228" actId="20577"/>
          <ac:spMkLst>
            <pc:docMk/>
            <pc:sldMk cId="3016980530" sldId="263"/>
            <ac:spMk id="12" creationId="{CD4F1BE1-E474-3492-F94F-8B89909AF245}"/>
          </ac:spMkLst>
        </pc:spChg>
        <pc:spChg chg="mod">
          <ac:chgData name="Bastian Hymon" userId="6acb79db21e93a52" providerId="LiveId" clId="{AFD1EFC9-6E2C-4DA6-A940-3F0352D7692A}" dt="2026-04-28T07:35:02.078" v="257" actId="20577"/>
          <ac:spMkLst>
            <pc:docMk/>
            <pc:sldMk cId="3016980530" sldId="263"/>
            <ac:spMk id="13" creationId="{791B2C11-98E7-9956-F9C3-9E973C171D30}"/>
          </ac:spMkLst>
        </pc:spChg>
        <pc:spChg chg="mod">
          <ac:chgData name="Bastian Hymon" userId="6acb79db21e93a52" providerId="LiveId" clId="{AFD1EFC9-6E2C-4DA6-A940-3F0352D7692A}" dt="2026-04-28T07:35:19.724" v="284" actId="20577"/>
          <ac:spMkLst>
            <pc:docMk/>
            <pc:sldMk cId="3016980530" sldId="263"/>
            <ac:spMk id="14" creationId="{45FA4EF4-F4DA-A81A-6002-5D7229222D2A}"/>
          </ac:spMkLst>
        </pc:spChg>
        <pc:spChg chg="mod">
          <ac:chgData name="Bastian Hymon" userId="6acb79db21e93a52" providerId="LiveId" clId="{AFD1EFC9-6E2C-4DA6-A940-3F0352D7692A}" dt="2026-04-28T07:35:35.495" v="304" actId="20577"/>
          <ac:spMkLst>
            <pc:docMk/>
            <pc:sldMk cId="3016980530" sldId="263"/>
            <ac:spMk id="15" creationId="{7C313E45-794C-3533-AEA1-5BFC498B0E5B}"/>
          </ac:spMkLst>
        </pc:spChg>
        <pc:spChg chg="mod">
          <ac:chgData name="Bastian Hymon" userId="6acb79db21e93a52" providerId="LiveId" clId="{AFD1EFC9-6E2C-4DA6-A940-3F0352D7692A}" dt="2026-04-30T05:53:59.496" v="1120" actId="20577"/>
          <ac:spMkLst>
            <pc:docMk/>
            <pc:sldMk cId="3016980530" sldId="263"/>
            <ac:spMk id="16" creationId="{998E0963-5D00-26BB-1D41-188E0C128757}"/>
          </ac:spMkLst>
        </pc:spChg>
        <pc:spChg chg="mod">
          <ac:chgData name="Bastian Hymon" userId="6acb79db21e93a52" providerId="LiveId" clId="{AFD1EFC9-6E2C-4DA6-A940-3F0352D7692A}" dt="2026-04-28T07:34:17.709" v="178" actId="20577"/>
          <ac:spMkLst>
            <pc:docMk/>
            <pc:sldMk cId="3016980530" sldId="263"/>
            <ac:spMk id="17" creationId="{9E374974-D925-47C6-BCDE-E5343F0F3EB1}"/>
          </ac:spMkLst>
        </pc:spChg>
        <pc:spChg chg="add mod">
          <ac:chgData name="Bastian Hymon" userId="6acb79db21e93a52" providerId="LiveId" clId="{AFD1EFC9-6E2C-4DA6-A940-3F0352D7692A}" dt="2026-04-30T05:51:49.952" v="1050"/>
          <ac:spMkLst>
            <pc:docMk/>
            <pc:sldMk cId="3016980530" sldId="263"/>
            <ac:spMk id="18" creationId="{AC9D9A03-1CE2-9591-B92B-1C254BCB480F}"/>
          </ac:spMkLst>
        </pc:spChg>
        <pc:spChg chg="add mod">
          <ac:chgData name="Bastian Hymon" userId="6acb79db21e93a52" providerId="LiveId" clId="{AFD1EFC9-6E2C-4DA6-A940-3F0352D7692A}" dt="2026-04-30T05:51:57.265" v="1053"/>
          <ac:spMkLst>
            <pc:docMk/>
            <pc:sldMk cId="3016980530" sldId="263"/>
            <ac:spMk id="19" creationId="{B8455C9A-8278-32D9-A14B-B308B007C36E}"/>
          </ac:spMkLst>
        </pc:spChg>
      </pc:sldChg>
      <pc:sldChg chg="addSp delSp modSp new mod ord">
        <pc:chgData name="Bastian Hymon" userId="6acb79db21e93a52" providerId="LiveId" clId="{AFD1EFC9-6E2C-4DA6-A940-3F0352D7692A}" dt="2026-04-30T05:52:08.522" v="1055"/>
        <pc:sldMkLst>
          <pc:docMk/>
          <pc:sldMk cId="31810064" sldId="264"/>
        </pc:sldMkLst>
        <pc:spChg chg="mod">
          <ac:chgData name="Bastian Hymon" userId="6acb79db21e93a52" providerId="LiveId" clId="{AFD1EFC9-6E2C-4DA6-A940-3F0352D7692A}" dt="2026-04-30T05:52:08.522" v="1055"/>
          <ac:spMkLst>
            <pc:docMk/>
            <pc:sldMk cId="31810064" sldId="264"/>
            <ac:spMk id="2" creationId="{9E952946-FB3D-C10F-A94C-B90440B92448}"/>
          </ac:spMkLst>
        </pc:spChg>
        <pc:spChg chg="mod">
          <ac:chgData name="Bastian Hymon" userId="6acb79db21e93a52" providerId="LiveId" clId="{AFD1EFC9-6E2C-4DA6-A940-3F0352D7692A}" dt="2026-04-30T05:38:50.565" v="754" actId="20577"/>
          <ac:spMkLst>
            <pc:docMk/>
            <pc:sldMk cId="31810064" sldId="264"/>
            <ac:spMk id="4" creationId="{C74B9615-FA9A-4740-3D02-3BF20C9BB37C}"/>
          </ac:spMkLst>
        </pc:spChg>
        <pc:spChg chg="mod">
          <ac:chgData name="Bastian Hymon" userId="6acb79db21e93a52" providerId="LiveId" clId="{AFD1EFC9-6E2C-4DA6-A940-3F0352D7692A}" dt="2026-04-28T07:36:59.971" v="398" actId="20577"/>
          <ac:spMkLst>
            <pc:docMk/>
            <pc:sldMk cId="31810064" sldId="264"/>
            <ac:spMk id="5" creationId="{E4FBACF3-43B2-FB60-FFE6-2F51D0EDCF30}"/>
          </ac:spMkLst>
        </pc:spChg>
        <pc:spChg chg="add del mod">
          <ac:chgData name="Bastian Hymon" userId="6acb79db21e93a52" providerId="LiveId" clId="{AFD1EFC9-6E2C-4DA6-A940-3F0352D7692A}" dt="2026-04-30T05:41:27.619" v="758"/>
          <ac:spMkLst>
            <pc:docMk/>
            <pc:sldMk cId="31810064" sldId="264"/>
            <ac:spMk id="6" creationId="{6881F226-370F-5927-67AA-42EF64B0D7BF}"/>
          </ac:spMkLst>
        </pc:spChg>
        <pc:spChg chg="add mod">
          <ac:chgData name="Bastian Hymon" userId="6acb79db21e93a52" providerId="LiveId" clId="{AFD1EFC9-6E2C-4DA6-A940-3F0352D7692A}" dt="2026-04-30T05:41:26.363" v="757"/>
          <ac:spMkLst>
            <pc:docMk/>
            <pc:sldMk cId="31810064" sldId="264"/>
            <ac:spMk id="7" creationId="{14135DA5-A14B-2C6B-4215-A35F53D78898}"/>
          </ac:spMkLst>
        </pc:spChg>
        <pc:spChg chg="add mod">
          <ac:chgData name="Bastian Hymon" userId="6acb79db21e93a52" providerId="LiveId" clId="{AFD1EFC9-6E2C-4DA6-A940-3F0352D7692A}" dt="2026-04-30T05:42:45.454" v="773" actId="2711"/>
          <ac:spMkLst>
            <pc:docMk/>
            <pc:sldMk cId="31810064" sldId="264"/>
            <ac:spMk id="8" creationId="{AC840795-2EFC-DF03-943C-60282B422D21}"/>
          </ac:spMkLst>
        </pc:spChg>
      </pc:sldChg>
      <pc:sldChg chg="addSp delSp modSp add mod">
        <pc:chgData name="Bastian Hymon" userId="6acb79db21e93a52" providerId="LiveId" clId="{AFD1EFC9-6E2C-4DA6-A940-3F0352D7692A}" dt="2026-04-30T05:52:19.638" v="1057" actId="166"/>
        <pc:sldMkLst>
          <pc:docMk/>
          <pc:sldMk cId="2559182033" sldId="265"/>
        </pc:sldMkLst>
        <pc:spChg chg="mod ord">
          <ac:chgData name="Bastian Hymon" userId="6acb79db21e93a52" providerId="LiveId" clId="{AFD1EFC9-6E2C-4DA6-A940-3F0352D7692A}" dt="2026-04-30T05:52:19.638" v="1057" actId="166"/>
          <ac:spMkLst>
            <pc:docMk/>
            <pc:sldMk cId="2559182033" sldId="265"/>
            <ac:spMk id="2" creationId="{E4D47998-9EB5-F33A-A33F-668EB7436760}"/>
          </ac:spMkLst>
        </pc:spChg>
        <pc:spChg chg="mod">
          <ac:chgData name="Bastian Hymon" userId="6acb79db21e93a52" providerId="LiveId" clId="{AFD1EFC9-6E2C-4DA6-A940-3F0352D7692A}" dt="2026-04-30T05:43:07.322" v="786" actId="20577"/>
          <ac:spMkLst>
            <pc:docMk/>
            <pc:sldMk cId="2559182033" sldId="265"/>
            <ac:spMk id="4" creationId="{B1CFE14D-D684-F958-8541-A91B9DB105E0}"/>
          </ac:spMkLst>
        </pc:spChg>
        <pc:spChg chg="mod">
          <ac:chgData name="Bastian Hymon" userId="6acb79db21e93a52" providerId="LiveId" clId="{AFD1EFC9-6E2C-4DA6-A940-3F0352D7692A}" dt="2026-04-30T05:43:12.878" v="803" actId="20577"/>
          <ac:spMkLst>
            <pc:docMk/>
            <pc:sldMk cId="2559182033" sldId="265"/>
            <ac:spMk id="5" creationId="{0F778CCF-8722-B664-A73C-79FC522F3725}"/>
          </ac:spMkLst>
        </pc:spChg>
        <pc:spChg chg="del">
          <ac:chgData name="Bastian Hymon" userId="6acb79db21e93a52" providerId="LiveId" clId="{AFD1EFC9-6E2C-4DA6-A940-3F0352D7692A}" dt="2026-04-30T05:43:22.805" v="804" actId="478"/>
          <ac:spMkLst>
            <pc:docMk/>
            <pc:sldMk cId="2559182033" sldId="265"/>
            <ac:spMk id="6" creationId="{9C6F9E4D-5C55-2BEE-5C6C-34FD78C0BAE9}"/>
          </ac:spMkLst>
        </pc:spChg>
        <pc:spChg chg="add del mod">
          <ac:chgData name="Bastian Hymon" userId="6acb79db21e93a52" providerId="LiveId" clId="{AFD1EFC9-6E2C-4DA6-A940-3F0352D7692A}" dt="2026-04-30T05:43:24.447" v="805" actId="478"/>
          <ac:spMkLst>
            <pc:docMk/>
            <pc:sldMk cId="2559182033" sldId="265"/>
            <ac:spMk id="8" creationId="{B4440A47-97F5-154F-DED6-6215B4D116F7}"/>
          </ac:spMkLst>
        </pc:spChg>
        <pc:spChg chg="add mod">
          <ac:chgData name="Bastian Hymon" userId="6acb79db21e93a52" providerId="LiveId" clId="{AFD1EFC9-6E2C-4DA6-A940-3F0352D7692A}" dt="2026-04-30T05:50:42.289" v="1020" actId="404"/>
          <ac:spMkLst>
            <pc:docMk/>
            <pc:sldMk cId="2559182033" sldId="265"/>
            <ac:spMk id="11" creationId="{54D827A4-8B21-5B34-D77F-61926B78546E}"/>
          </ac:spMkLst>
        </pc:spChg>
        <pc:picChg chg="add mod modCrop">
          <ac:chgData name="Bastian Hymon" userId="6acb79db21e93a52" providerId="LiveId" clId="{AFD1EFC9-6E2C-4DA6-A940-3F0352D7692A}" dt="2026-04-30T05:47:26.872" v="892" actId="732"/>
          <ac:picMkLst>
            <pc:docMk/>
            <pc:sldMk cId="2559182033" sldId="265"/>
            <ac:picMk id="10" creationId="{9467F380-45D8-AAF9-A66E-4BD76AB74F19}"/>
          </ac:picMkLst>
        </pc:picChg>
      </pc:sldChg>
      <pc:sldChg chg="modSp add mod">
        <pc:chgData name="Bastian Hymon" userId="6acb79db21e93a52" providerId="LiveId" clId="{AFD1EFC9-6E2C-4DA6-A940-3F0352D7692A}" dt="2026-04-30T05:52:28.842" v="1059"/>
        <pc:sldMkLst>
          <pc:docMk/>
          <pc:sldMk cId="1546804968" sldId="266"/>
        </pc:sldMkLst>
        <pc:spChg chg="mod">
          <ac:chgData name="Bastian Hymon" userId="6acb79db21e93a52" providerId="LiveId" clId="{AFD1EFC9-6E2C-4DA6-A940-3F0352D7692A}" dt="2026-04-30T05:52:28.842" v="1059"/>
          <ac:spMkLst>
            <pc:docMk/>
            <pc:sldMk cId="1546804968" sldId="266"/>
            <ac:spMk id="2" creationId="{C9A1372D-ADE4-1A7F-E280-1E01D61683AB}"/>
          </ac:spMkLst>
        </pc:spChg>
        <pc:spChg chg="mod">
          <ac:chgData name="Bastian Hymon" userId="6acb79db21e93a52" providerId="LiveId" clId="{AFD1EFC9-6E2C-4DA6-A940-3F0352D7692A}" dt="2026-04-28T07:52:45.129" v="432" actId="20577"/>
          <ac:spMkLst>
            <pc:docMk/>
            <pc:sldMk cId="1546804968" sldId="266"/>
            <ac:spMk id="4" creationId="{527210D5-0258-6878-CAE6-4F77F01C2A7B}"/>
          </ac:spMkLst>
        </pc:spChg>
        <pc:spChg chg="mod">
          <ac:chgData name="Bastian Hymon" userId="6acb79db21e93a52" providerId="LiveId" clId="{AFD1EFC9-6E2C-4DA6-A940-3F0352D7692A}" dt="2026-04-28T10:09:40.262" v="575" actId="20577"/>
          <ac:spMkLst>
            <pc:docMk/>
            <pc:sldMk cId="1546804968" sldId="266"/>
            <ac:spMk id="5" creationId="{8565D5D8-A72D-B40E-A894-3462C6E6EC9E}"/>
          </ac:spMkLst>
        </pc:spChg>
      </pc:sldChg>
      <pc:sldChg chg="modSp add mod">
        <pc:chgData name="Bastian Hymon" userId="6acb79db21e93a52" providerId="LiveId" clId="{AFD1EFC9-6E2C-4DA6-A940-3F0352D7692A}" dt="2026-04-30T05:52:34.940" v="1061"/>
        <pc:sldMkLst>
          <pc:docMk/>
          <pc:sldMk cId="1715821116" sldId="267"/>
        </pc:sldMkLst>
        <pc:spChg chg="mod">
          <ac:chgData name="Bastian Hymon" userId="6acb79db21e93a52" providerId="LiveId" clId="{AFD1EFC9-6E2C-4DA6-A940-3F0352D7692A}" dt="2026-04-30T05:52:34.940" v="1061"/>
          <ac:spMkLst>
            <pc:docMk/>
            <pc:sldMk cId="1715821116" sldId="267"/>
            <ac:spMk id="2" creationId="{BAA9C98E-E4EB-F578-B01E-B3AB861B42D9}"/>
          </ac:spMkLst>
        </pc:spChg>
        <pc:spChg chg="mod">
          <ac:chgData name="Bastian Hymon" userId="6acb79db21e93a52" providerId="LiveId" clId="{AFD1EFC9-6E2C-4DA6-A940-3F0352D7692A}" dt="2026-04-28T07:53:06.292" v="463" actId="20577"/>
          <ac:spMkLst>
            <pc:docMk/>
            <pc:sldMk cId="1715821116" sldId="267"/>
            <ac:spMk id="4" creationId="{EF287589-B88D-6EEB-9B5F-DD08F86F9B6A}"/>
          </ac:spMkLst>
        </pc:spChg>
        <pc:spChg chg="mod">
          <ac:chgData name="Bastian Hymon" userId="6acb79db21e93a52" providerId="LiveId" clId="{AFD1EFC9-6E2C-4DA6-A940-3F0352D7692A}" dt="2026-04-28T10:09:57.614" v="606" actId="20577"/>
          <ac:spMkLst>
            <pc:docMk/>
            <pc:sldMk cId="1715821116" sldId="267"/>
            <ac:spMk id="5" creationId="{11E50993-ACF3-0614-2A72-5EF4DF6D3B94}"/>
          </ac:spMkLst>
        </pc:spChg>
      </pc:sldChg>
      <pc:sldChg chg="modSp add mod">
        <pc:chgData name="Bastian Hymon" userId="6acb79db21e93a52" providerId="LiveId" clId="{AFD1EFC9-6E2C-4DA6-A940-3F0352D7692A}" dt="2026-04-30T05:52:47.393" v="1064"/>
        <pc:sldMkLst>
          <pc:docMk/>
          <pc:sldMk cId="3019394026" sldId="268"/>
        </pc:sldMkLst>
        <pc:spChg chg="mod">
          <ac:chgData name="Bastian Hymon" userId="6acb79db21e93a52" providerId="LiveId" clId="{AFD1EFC9-6E2C-4DA6-A940-3F0352D7692A}" dt="2026-04-30T05:52:47.393" v="1064"/>
          <ac:spMkLst>
            <pc:docMk/>
            <pc:sldMk cId="3019394026" sldId="268"/>
            <ac:spMk id="2" creationId="{F98F2AC9-B896-B7CF-6A2B-5F0928A2F1CD}"/>
          </ac:spMkLst>
        </pc:spChg>
        <pc:spChg chg="mod">
          <ac:chgData name="Bastian Hymon" userId="6acb79db21e93a52" providerId="LiveId" clId="{AFD1EFC9-6E2C-4DA6-A940-3F0352D7692A}" dt="2026-04-28T07:53:17.598" v="477" actId="20577"/>
          <ac:spMkLst>
            <pc:docMk/>
            <pc:sldMk cId="3019394026" sldId="268"/>
            <ac:spMk id="4" creationId="{BFFA4B2F-5DC0-91C4-F03C-FE2E2B2EB00D}"/>
          </ac:spMkLst>
        </pc:spChg>
        <pc:spChg chg="mod">
          <ac:chgData name="Bastian Hymon" userId="6acb79db21e93a52" providerId="LiveId" clId="{AFD1EFC9-6E2C-4DA6-A940-3F0352D7692A}" dt="2026-04-28T10:10:21.107" v="635" actId="20577"/>
          <ac:spMkLst>
            <pc:docMk/>
            <pc:sldMk cId="3019394026" sldId="268"/>
            <ac:spMk id="5" creationId="{5CDC2BBB-8E9A-B394-7A92-BD0CB43029E1}"/>
          </ac:spMkLst>
        </pc:spChg>
      </pc:sldChg>
      <pc:sldChg chg="modSp add mod">
        <pc:chgData name="Bastian Hymon" userId="6acb79db21e93a52" providerId="LiveId" clId="{AFD1EFC9-6E2C-4DA6-A940-3F0352D7692A}" dt="2026-04-30T05:52:53.874" v="1066"/>
        <pc:sldMkLst>
          <pc:docMk/>
          <pc:sldMk cId="1460475193" sldId="269"/>
        </pc:sldMkLst>
        <pc:spChg chg="mod">
          <ac:chgData name="Bastian Hymon" userId="6acb79db21e93a52" providerId="LiveId" clId="{AFD1EFC9-6E2C-4DA6-A940-3F0352D7692A}" dt="2026-04-30T05:52:53.874" v="1066"/>
          <ac:spMkLst>
            <pc:docMk/>
            <pc:sldMk cId="1460475193" sldId="269"/>
            <ac:spMk id="2" creationId="{2712F54A-BF25-3D51-0429-BAB69BC75382}"/>
          </ac:spMkLst>
        </pc:spChg>
        <pc:spChg chg="mod">
          <ac:chgData name="Bastian Hymon" userId="6acb79db21e93a52" providerId="LiveId" clId="{AFD1EFC9-6E2C-4DA6-A940-3F0352D7692A}" dt="2026-04-28T07:53:31.654" v="485" actId="20577"/>
          <ac:spMkLst>
            <pc:docMk/>
            <pc:sldMk cId="1460475193" sldId="269"/>
            <ac:spMk id="4" creationId="{F2D6A5F8-CC3E-9D42-FE74-F30CF7C7537E}"/>
          </ac:spMkLst>
        </pc:spChg>
      </pc:sldChg>
      <pc:sldChg chg="modSp add mod">
        <pc:chgData name="Bastian Hymon" userId="6acb79db21e93a52" providerId="LiveId" clId="{AFD1EFC9-6E2C-4DA6-A940-3F0352D7692A}" dt="2026-04-30T05:52:57.535" v="1067"/>
        <pc:sldMkLst>
          <pc:docMk/>
          <pc:sldMk cId="1386034134" sldId="270"/>
        </pc:sldMkLst>
        <pc:spChg chg="mod">
          <ac:chgData name="Bastian Hymon" userId="6acb79db21e93a52" providerId="LiveId" clId="{AFD1EFC9-6E2C-4DA6-A940-3F0352D7692A}" dt="2026-04-30T05:52:57.535" v="1067"/>
          <ac:spMkLst>
            <pc:docMk/>
            <pc:sldMk cId="1386034134" sldId="270"/>
            <ac:spMk id="2" creationId="{8673C083-9454-ED12-4907-4A54B7661261}"/>
          </ac:spMkLst>
        </pc:spChg>
        <pc:spChg chg="mod">
          <ac:chgData name="Bastian Hymon" userId="6acb79db21e93a52" providerId="LiveId" clId="{AFD1EFC9-6E2C-4DA6-A940-3F0352D7692A}" dt="2026-04-28T07:53:49.015" v="500" actId="20577"/>
          <ac:spMkLst>
            <pc:docMk/>
            <pc:sldMk cId="1386034134" sldId="270"/>
            <ac:spMk id="4" creationId="{BC8E6475-D4A2-D5F1-F38C-8E9A005BF832}"/>
          </ac:spMkLst>
        </pc:spChg>
      </pc:sldChg>
      <pc:sldChg chg="addSp delSp modSp add mod">
        <pc:chgData name="Bastian Hymon" userId="6acb79db21e93a52" providerId="LiveId" clId="{AFD1EFC9-6E2C-4DA6-A940-3F0352D7692A}" dt="2026-04-30T05:52:25.691" v="1058"/>
        <pc:sldMkLst>
          <pc:docMk/>
          <pc:sldMk cId="3202323658" sldId="271"/>
        </pc:sldMkLst>
        <pc:spChg chg="mod">
          <ac:chgData name="Bastian Hymon" userId="6acb79db21e93a52" providerId="LiveId" clId="{AFD1EFC9-6E2C-4DA6-A940-3F0352D7692A}" dt="2026-04-30T05:52:25.691" v="1058"/>
          <ac:spMkLst>
            <pc:docMk/>
            <pc:sldMk cId="3202323658" sldId="271"/>
            <ac:spMk id="2" creationId="{C4F57091-50F7-CAA6-F3EA-7B520A606ECC}"/>
          </ac:spMkLst>
        </pc:spChg>
        <pc:spChg chg="mod">
          <ac:chgData name="Bastian Hymon" userId="6acb79db21e93a52" providerId="LiveId" clId="{AFD1EFC9-6E2C-4DA6-A940-3F0352D7692A}" dt="2026-04-30T05:47:37.344" v="906" actId="20577"/>
          <ac:spMkLst>
            <pc:docMk/>
            <pc:sldMk cId="3202323658" sldId="271"/>
            <ac:spMk id="5" creationId="{F6D4A5DC-F169-2BF1-C688-201A7962C2B8}"/>
          </ac:spMkLst>
        </pc:spChg>
        <pc:spChg chg="add del mod">
          <ac:chgData name="Bastian Hymon" userId="6acb79db21e93a52" providerId="LiveId" clId="{AFD1EFC9-6E2C-4DA6-A940-3F0352D7692A}" dt="2026-04-30T05:48:08.527" v="912"/>
          <ac:spMkLst>
            <pc:docMk/>
            <pc:sldMk cId="3202323658" sldId="271"/>
            <ac:spMk id="6" creationId="{3652BBD5-E06E-97F6-3B31-46DC9E37C0F8}"/>
          </ac:spMkLst>
        </pc:spChg>
        <pc:spChg chg="add mod">
          <ac:chgData name="Bastian Hymon" userId="6acb79db21e93a52" providerId="LiveId" clId="{AFD1EFC9-6E2C-4DA6-A940-3F0352D7692A}" dt="2026-04-30T05:48:07.425" v="910"/>
          <ac:spMkLst>
            <pc:docMk/>
            <pc:sldMk cId="3202323658" sldId="271"/>
            <ac:spMk id="7" creationId="{84FEA987-3ED8-63D0-2581-CFC08D93296F}"/>
          </ac:spMkLst>
        </pc:spChg>
        <pc:spChg chg="add mod">
          <ac:chgData name="Bastian Hymon" userId="6acb79db21e93a52" providerId="LiveId" clId="{AFD1EFC9-6E2C-4DA6-A940-3F0352D7692A}" dt="2026-04-30T05:50:10.339" v="1018" actId="20577"/>
          <ac:spMkLst>
            <pc:docMk/>
            <pc:sldMk cId="3202323658" sldId="271"/>
            <ac:spMk id="8" creationId="{B3DB61B0-298C-0D54-FC60-BD2CDD42633E}"/>
          </ac:spMkLst>
        </pc:spChg>
        <pc:picChg chg="add mod modCrop">
          <ac:chgData name="Bastian Hymon" userId="6acb79db21e93a52" providerId="LiveId" clId="{AFD1EFC9-6E2C-4DA6-A940-3F0352D7692A}" dt="2026-04-30T05:49:14.690" v="932" actId="1076"/>
          <ac:picMkLst>
            <pc:docMk/>
            <pc:sldMk cId="3202323658" sldId="271"/>
            <ac:picMk id="9" creationId="{432EABEE-6823-3222-C46A-FAC3187E06F1}"/>
          </ac:picMkLst>
        </pc:picChg>
      </pc:sldChg>
      <pc:sldChg chg="modSp add mod">
        <pc:chgData name="Bastian Hymon" userId="6acb79db21e93a52" providerId="LiveId" clId="{AFD1EFC9-6E2C-4DA6-A940-3F0352D7692A}" dt="2026-04-30T05:52:31.808" v="1060"/>
        <pc:sldMkLst>
          <pc:docMk/>
          <pc:sldMk cId="2744335795" sldId="272"/>
        </pc:sldMkLst>
        <pc:spChg chg="mod">
          <ac:chgData name="Bastian Hymon" userId="6acb79db21e93a52" providerId="LiveId" clId="{AFD1EFC9-6E2C-4DA6-A940-3F0352D7692A}" dt="2026-04-30T05:52:31.808" v="1060"/>
          <ac:spMkLst>
            <pc:docMk/>
            <pc:sldMk cId="2744335795" sldId="272"/>
            <ac:spMk id="2" creationId="{4F6BB5E2-7096-5D36-00F5-6C981E9F856B}"/>
          </ac:spMkLst>
        </pc:spChg>
        <pc:spChg chg="mod">
          <ac:chgData name="Bastian Hymon" userId="6acb79db21e93a52" providerId="LiveId" clId="{AFD1EFC9-6E2C-4DA6-A940-3F0352D7692A}" dt="2026-04-28T10:09:45.199" v="588" actId="20577"/>
          <ac:spMkLst>
            <pc:docMk/>
            <pc:sldMk cId="2744335795" sldId="272"/>
            <ac:spMk id="5" creationId="{6F6CA47D-B54B-F467-78D7-11522CD62CB2}"/>
          </ac:spMkLst>
        </pc:spChg>
      </pc:sldChg>
      <pc:sldChg chg="modSp add mod">
        <pc:chgData name="Bastian Hymon" userId="6acb79db21e93a52" providerId="LiveId" clId="{AFD1EFC9-6E2C-4DA6-A940-3F0352D7692A}" dt="2026-04-30T05:52:42.835" v="1062"/>
        <pc:sldMkLst>
          <pc:docMk/>
          <pc:sldMk cId="1471231054" sldId="273"/>
        </pc:sldMkLst>
        <pc:spChg chg="mod">
          <ac:chgData name="Bastian Hymon" userId="6acb79db21e93a52" providerId="LiveId" clId="{AFD1EFC9-6E2C-4DA6-A940-3F0352D7692A}" dt="2026-04-30T05:52:42.835" v="1062"/>
          <ac:spMkLst>
            <pc:docMk/>
            <pc:sldMk cId="1471231054" sldId="273"/>
            <ac:spMk id="2" creationId="{BBCE3C4C-9A37-7905-EA60-C8C5700D7A9A}"/>
          </ac:spMkLst>
        </pc:spChg>
        <pc:spChg chg="mod">
          <ac:chgData name="Bastian Hymon" userId="6acb79db21e93a52" providerId="LiveId" clId="{AFD1EFC9-6E2C-4DA6-A940-3F0352D7692A}" dt="2026-04-28T10:10:06.546" v="619" actId="20577"/>
          <ac:spMkLst>
            <pc:docMk/>
            <pc:sldMk cId="1471231054" sldId="273"/>
            <ac:spMk id="5" creationId="{8FD274BC-5063-8331-E3FC-F54B513A9C0C}"/>
          </ac:spMkLst>
        </pc:spChg>
      </pc:sldChg>
      <pc:sldChg chg="modSp add mod">
        <pc:chgData name="Bastian Hymon" userId="6acb79db21e93a52" providerId="LiveId" clId="{AFD1EFC9-6E2C-4DA6-A940-3F0352D7692A}" dt="2026-04-30T05:52:50.957" v="1065"/>
        <pc:sldMkLst>
          <pc:docMk/>
          <pc:sldMk cId="1278402645" sldId="274"/>
        </pc:sldMkLst>
        <pc:spChg chg="mod">
          <ac:chgData name="Bastian Hymon" userId="6acb79db21e93a52" providerId="LiveId" clId="{AFD1EFC9-6E2C-4DA6-A940-3F0352D7692A}" dt="2026-04-30T05:52:50.957" v="1065"/>
          <ac:spMkLst>
            <pc:docMk/>
            <pc:sldMk cId="1278402645" sldId="274"/>
            <ac:spMk id="2" creationId="{4E63059F-7576-DDD9-0BF5-F0476AB78534}"/>
          </ac:spMkLst>
        </pc:spChg>
        <pc:spChg chg="mod">
          <ac:chgData name="Bastian Hymon" userId="6acb79db21e93a52" providerId="LiveId" clId="{AFD1EFC9-6E2C-4DA6-A940-3F0352D7692A}" dt="2026-04-28T10:10:30.872" v="658" actId="20577"/>
          <ac:spMkLst>
            <pc:docMk/>
            <pc:sldMk cId="1278402645" sldId="274"/>
            <ac:spMk id="5" creationId="{C83C6D7B-6F1B-33B2-A7A4-63FD68EACA79}"/>
          </ac:spMkLst>
        </pc:spChg>
      </pc:sldChg>
      <pc:sldChg chg="addSp delSp modSp add mod">
        <pc:chgData name="Bastian Hymon" userId="6acb79db21e93a52" providerId="LiveId" clId="{AFD1EFC9-6E2C-4DA6-A940-3F0352D7692A}" dt="2026-04-30T05:53:39.333" v="1107" actId="1076"/>
        <pc:sldMkLst>
          <pc:docMk/>
          <pc:sldMk cId="721059459" sldId="275"/>
        </pc:sldMkLst>
        <pc:spChg chg="mod">
          <ac:chgData name="Bastian Hymon" userId="6acb79db21e93a52" providerId="LiveId" clId="{AFD1EFC9-6E2C-4DA6-A940-3F0352D7692A}" dt="2026-04-30T05:53:39.333" v="1107" actId="1076"/>
          <ac:spMkLst>
            <pc:docMk/>
            <pc:sldMk cId="721059459" sldId="275"/>
            <ac:spMk id="4" creationId="{7DD0B7EF-42B2-AE78-6120-9D139BD1CD8D}"/>
          </ac:spMkLst>
        </pc:spChg>
        <pc:spChg chg="del">
          <ac:chgData name="Bastian Hymon" userId="6acb79db21e93a52" providerId="LiveId" clId="{AFD1EFC9-6E2C-4DA6-A940-3F0352D7692A}" dt="2026-04-30T05:53:18.786" v="1087" actId="478"/>
          <ac:spMkLst>
            <pc:docMk/>
            <pc:sldMk cId="721059459" sldId="275"/>
            <ac:spMk id="5" creationId="{58B577A6-2E18-E7F6-20FF-648A50D917EB}"/>
          </ac:spMkLst>
        </pc:spChg>
        <pc:spChg chg="del">
          <ac:chgData name="Bastian Hymon" userId="6acb79db21e93a52" providerId="LiveId" clId="{AFD1EFC9-6E2C-4DA6-A940-3F0352D7692A}" dt="2026-04-30T05:53:23.900" v="1089" actId="478"/>
          <ac:spMkLst>
            <pc:docMk/>
            <pc:sldMk cId="721059459" sldId="275"/>
            <ac:spMk id="6" creationId="{D634E9C9-A1AB-B166-C56E-18D2D6173CD8}"/>
          </ac:spMkLst>
        </pc:spChg>
        <pc:spChg chg="add del mod">
          <ac:chgData name="Bastian Hymon" userId="6acb79db21e93a52" providerId="LiveId" clId="{AFD1EFC9-6E2C-4DA6-A940-3F0352D7692A}" dt="2026-04-30T05:53:20.881" v="1088" actId="478"/>
          <ac:spMkLst>
            <pc:docMk/>
            <pc:sldMk cId="721059459" sldId="275"/>
            <ac:spMk id="8" creationId="{CF7E926A-B039-7E0E-172C-6EFF9FD78AD1}"/>
          </ac:spMkLst>
        </pc:spChg>
        <pc:spChg chg="add del mod">
          <ac:chgData name="Bastian Hymon" userId="6acb79db21e93a52" providerId="LiveId" clId="{AFD1EFC9-6E2C-4DA6-A940-3F0352D7692A}" dt="2026-04-30T05:53:25.257" v="1090" actId="478"/>
          <ac:spMkLst>
            <pc:docMk/>
            <pc:sldMk cId="721059459" sldId="275"/>
            <ac:spMk id="10" creationId="{1E3E5098-8413-5CB6-315D-0239296C2E21}"/>
          </ac:spMkLst>
        </pc:spChg>
      </pc:sldChg>
      <pc:sldMasterChg chg="addSldLayout delSldLayout">
        <pc:chgData name="Bastian Hymon" userId="6acb79db21e93a52" providerId="LiveId" clId="{AFD1EFC9-6E2C-4DA6-A940-3F0352D7692A}" dt="2026-04-28T07:32:24.962" v="71" actId="47"/>
        <pc:sldMasterMkLst>
          <pc:docMk/>
          <pc:sldMasterMk cId="2055207460" sldId="2147483648"/>
        </pc:sldMasterMkLst>
        <pc:sldLayoutChg chg="add del">
          <pc:chgData name="Bastian Hymon" userId="6acb79db21e93a52" providerId="LiveId" clId="{AFD1EFC9-6E2C-4DA6-A940-3F0352D7692A}" dt="2026-04-28T07:32:24.962" v="71" actId="47"/>
          <pc:sldLayoutMkLst>
            <pc:docMk/>
            <pc:sldMasterMk cId="2055207460" sldId="2147483648"/>
            <pc:sldLayoutMk cId="3911133744" sldId="214748370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62BF783-3B77-5574-7BDB-C060ADAAA3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C11402-D701-2495-D3DB-44B5A08144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B1069-75E4-459F-81E7-F12BB487B326}" type="datetimeFigureOut">
              <a:rPr lang="de-DE" smtClean="0"/>
              <a:t>30.04.2026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152826-BD67-C4CA-3A41-AE637F92D5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59763-3BF1-C53C-42C3-27CFC47878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02372-862D-4B08-94DD-BA1BDCBB64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E619-BF61-4444-8A30-4D976D0E5E7E}" type="datetimeFigureOut">
              <a:rPr lang="de-DE" smtClean="0"/>
              <a:t>30.04.2026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AC6A5-7C75-4A9A-BD8E-BD0D341260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545" r="25498" b="1"/>
          <a:stretch/>
        </p:blipFill>
        <p:spPr>
          <a:xfrm>
            <a:off x="26639" y="2490937"/>
            <a:ext cx="5078761" cy="31321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04B5DE-528E-4B14-8528-A0AA26B8F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90" y="679890"/>
            <a:ext cx="5580000" cy="94847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/>
          </p:cNvCxnSpPr>
          <p:nvPr userDrawn="1"/>
        </p:nvCxnSpPr>
        <p:spPr>
          <a:xfrm>
            <a:off x="5355231" y="2490937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189" y="2492894"/>
            <a:ext cx="6342313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Präsentationstitel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6525A63-0B16-4326-A78B-61E1E149098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3" b="52378"/>
          <a:stretch/>
        </p:blipFill>
        <p:spPr>
          <a:xfrm flipH="1">
            <a:off x="9630375" y="5077460"/>
            <a:ext cx="2563200" cy="178054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DD3C7F-BB53-47B3-BB90-3B56F1A0D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2092" y="5087938"/>
            <a:ext cx="591300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cap="none" baseline="0"/>
            </a:lvl1pPr>
          </a:lstStyle>
          <a:p>
            <a:pPr lvl="0"/>
            <a:r>
              <a:rPr lang="de-DE" dirty="0"/>
              <a:t>Name, Titel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64479BB-1647-BFCC-D74D-EA996DF86E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8" name="Foliennummernplatzhalter 4">
            <a:extLst>
              <a:ext uri="{FF2B5EF4-FFF2-40B4-BE49-F238E27FC236}">
                <a16:creationId xmlns:a16="http://schemas.microsoft.com/office/drawing/2014/main" id="{DC8FA0A8-5CD3-CAF2-1C6F-25BD52527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20C9B0B2-364B-B5B9-09A9-1B0309B39C3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0" y="2183389"/>
            <a:ext cx="4790883" cy="31366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13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570">
          <p15:clr>
            <a:srgbClr val="FBAE40"/>
          </p15:clr>
        </p15:guide>
        <p15:guide id="3" pos="3840">
          <p15:clr>
            <a:srgbClr val="FBAE40"/>
          </p15:clr>
        </p15:guide>
        <p15:guide id="4" pos="3454">
          <p15:clr>
            <a:srgbClr val="FBAE40"/>
          </p15:clr>
        </p15:guide>
        <p15:guide id="5" orient="horz" pos="35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>
            <a:extLst>
              <a:ext uri="{FF2B5EF4-FFF2-40B4-BE49-F238E27FC236}">
                <a16:creationId xmlns:a16="http://schemas.microsoft.com/office/drawing/2014/main" id="{3BAB15A7-57AE-4AA5-B08E-38C12D570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3023" y="1980196"/>
            <a:ext cx="10801350" cy="447299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85581C3-59B2-4343-98C4-91020C6EB263}"/>
              </a:ext>
            </a:extLst>
          </p:cNvPr>
          <p:cNvSpPr/>
          <p:nvPr userDrawn="1"/>
        </p:nvSpPr>
        <p:spPr>
          <a:xfrm>
            <a:off x="710624" y="1628775"/>
            <a:ext cx="10786051" cy="44561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BB566CE9-B87F-4169-92E7-0CD1FE273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9341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57AB65D-08FC-4509-8EFE-5946AF784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9341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8504DFD6-22AC-4E97-9C38-CBCC12A35A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9341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6D8355-3BD0-43BC-9D7C-D76373E3A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925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37050F43-5393-47A9-9BED-A96E03D891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9925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1EFE8ED0-915F-49F2-B99F-3565CF0BD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9925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4B7DDD-4EC8-F398-71F8-596756650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03894C40-786F-CE5E-2268-0B9A087BC5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3" name="Foliennummernplatzhalter 4">
            <a:extLst>
              <a:ext uri="{FF2B5EF4-FFF2-40B4-BE49-F238E27FC236}">
                <a16:creationId xmlns:a16="http://schemas.microsoft.com/office/drawing/2014/main" id="{D8319E2C-9CCB-6E1B-A38D-7663FDE10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5794D0F0-7285-B8AE-281E-DC3CD9D4EE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9342000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D24A76E9-4CED-4D5F-6A01-C8E165B1E7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8115" y="3477335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E922C87-8CDB-5A7C-D6B4-50A5F8F559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65" y="462992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C1C8C74C-994E-9021-6F62-71CACEAA48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8086" y="2312376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13DD4683-AE33-D9D4-992E-63FED6FAB8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649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7C067E9-D8EC-527D-F22A-9FBF1B1C38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6637" y="4629919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FBB3032F-2C44-83C5-5807-0B6489CE3C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Agenda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5B34177-F611-3977-1E10-3DA22D1AD014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B0C03E30-F7EA-F3B0-AB93-709937A4E5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6249" y="232025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1842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874340" y="3432369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62054" y="3432694"/>
            <a:ext cx="4518705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Abschnittstitel</a:t>
            </a:r>
          </a:p>
          <a:p>
            <a:pPr lvl="0"/>
            <a:r>
              <a:rPr lang="de-DE" dirty="0"/>
              <a:t>bearbeiten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3A65BA6-83D9-48A0-812F-C64B4045A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86588" y="482823"/>
            <a:ext cx="6107829" cy="589235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B29AF-36A7-F359-BD0C-B7ECB3C0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368AB6-D3F6-6847-583D-7FBECFCDD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E4A915FB-AA9D-82A1-C54A-0E847DE924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60102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55AE84F-449E-43BA-9F66-C2F89B7B47A6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0F078715-624E-0A03-8E37-299424310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AB7A1905-84D7-80B9-4A1C-3F69AB2595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4E7BA6B4-B985-210B-DAD1-D73A882E8B02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11303356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</p:txBody>
      </p:sp>
    </p:spTree>
    <p:extLst>
      <p:ext uri="{BB962C8B-B14F-4D97-AF65-F5344CB8AC3E}">
        <p14:creationId xmlns:p14="http://schemas.microsoft.com/office/powerpoint/2010/main" val="324981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3D0DF3-6E23-4737-816E-1F39793DA13F}"/>
              </a:ext>
            </a:extLst>
          </p:cNvPr>
          <p:cNvCxnSpPr>
            <a:cxnSpLocks/>
          </p:cNvCxnSpPr>
          <p:nvPr userDrawn="1"/>
        </p:nvCxnSpPr>
        <p:spPr>
          <a:xfrm>
            <a:off x="6243546" y="1659138"/>
            <a:ext cx="0" cy="41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81573B5D-7068-44A9-BD10-AF91C542662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534468" y="1628775"/>
            <a:ext cx="4624387" cy="41703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23AB248-A58E-44A7-9C3A-41D8DDB3B6F6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5276160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B37FCF9-12DC-4309-B18D-884BD5D83F29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>
            <a:off x="5205850" y="2504121"/>
            <a:ext cx="2092325" cy="34163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lvl1pPr marL="0" indent="0" algn="r">
              <a:buNone/>
              <a:defRPr sz="18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50DB9C2F-391B-8AB1-F0C2-FD65D2E9DC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64C625DA-61BE-7DDE-23F1-B7C934AC6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A53E60-99B7-74FB-34F3-F2751302C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4723654-341A-EDFE-0B9D-B12947FA1BDB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091A975-7054-629F-959B-9953B5B0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B4F8A090-4008-142B-4C28-277F7094C0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43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5"/>
            <a:ext cx="10785475" cy="44270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59A2F5D1-4E52-C7E3-9C92-024C2B2036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0D54374A-EF6C-C0A7-3D9C-275EFACE0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3A6605-81C1-D2B9-4833-C2F8940BC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182A23D-A293-1F79-1255-802918F7AEA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22B7E807-5666-DF42-8E55-2357C23669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997D11E9-E87E-2225-BDB2-654BE7640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9949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859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Bildplatzhalter 5">
            <a:extLst>
              <a:ext uri="{FF2B5EF4-FFF2-40B4-BE49-F238E27FC236}">
                <a16:creationId xmlns:a16="http://schemas.microsoft.com/office/drawing/2014/main" id="{6D101ECF-B33E-4877-9934-905496B4FD3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242172" y="1628775"/>
            <a:ext cx="4254500" cy="3376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859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545F24-CEF5-4C07-B5BF-74A54EC87B0E}"/>
              </a:ext>
            </a:extLst>
          </p:cNvPr>
          <p:cNvSpPr>
            <a:spLocks noChangeAspect="1"/>
          </p:cNvSpPr>
          <p:nvPr/>
        </p:nvSpPr>
        <p:spPr>
          <a:xfrm>
            <a:off x="7241531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59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346BE-4625-4F22-B8EC-FBC04E0518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42172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296E9EC4-4915-E2DF-6B10-47AA7974ED3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85981E93-6786-898E-FF37-70A063D7C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12F8680-8DFD-51F6-E4AE-708416CC9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61693E8-A001-74CE-9D80-E08319ED8CB3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3727BAC4-4BE5-EE3A-D73C-1EB9EB91C1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5FFA1AF-3958-2A60-4D54-27CAA331AC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75204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3337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D2BB6039-B707-4D70-9B22-E18BEBE4E244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670949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58490E9-6584-471A-BFC3-3990D360823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338561" y="1641129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A7DB32A-1F37-CC35-F26D-B17A2729AE0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3501C40-7E68-6D52-E79A-0ED979562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1FB677-3BBF-813C-3319-9393801C6D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C3BB0B1-33D7-CD45-5568-53FD454792E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6183C85-F26B-7836-B082-B1CA6E61EE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BB7E082-F5C2-9E98-5298-F938293FFC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00483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4952" y="163385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7" name="Bildplatzhalter 3">
            <a:extLst>
              <a:ext uri="{FF2B5EF4-FFF2-40B4-BE49-F238E27FC236}">
                <a16:creationId xmlns:a16="http://schemas.microsoft.com/office/drawing/2014/main" id="{435D3452-6748-4C56-A119-A26922486FA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04952" y="414533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9" name="Bildplatzhalter 3">
            <a:extLst>
              <a:ext uri="{FF2B5EF4-FFF2-40B4-BE49-F238E27FC236}">
                <a16:creationId xmlns:a16="http://schemas.microsoft.com/office/drawing/2014/main" id="{0F62BAF0-E5F0-492C-90D0-0B56C5E08980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00773" y="162877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31" name="Bildplatzhalter 3">
            <a:extLst>
              <a:ext uri="{FF2B5EF4-FFF2-40B4-BE49-F238E27FC236}">
                <a16:creationId xmlns:a16="http://schemas.microsoft.com/office/drawing/2014/main" id="{6414067F-71E4-4B56-99A2-B932DD842D9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00773" y="414025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98F4D0D-10EF-A8BD-FAC6-1E489620DB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04E1E2D0-1007-E499-2AED-801C1D1BA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4DAD7B-FD6B-579B-52E4-A88D02EEE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52C8103-D8A6-1EDC-266D-81C32774B8E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B5A85C94-0FA2-3565-5CA8-18FD3D11A4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B8D436B1-6CE6-8246-D93E-63AA702EAB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82957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0012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100012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012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5611813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1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3AE8050E-067A-1BF5-3DA6-2E396F6AB78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D144AFE3-00F6-FA4B-A41D-E0661616D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00B907-50FF-A432-570E-281444D94E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C2FD326-8200-1D91-A4D4-0EE78E0093BA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03540713-E7EF-D04A-35A6-8F7630A9E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AF6A37BB-7C2E-BAB5-7E69-5E3971EE51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93682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3251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3251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51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702916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Aufzählung</a:t>
            </a:r>
          </a:p>
          <a:p>
            <a:pPr lvl="2"/>
            <a:r>
              <a:rPr lang="de-DE" dirty="0"/>
              <a:t>Aufzählung</a:t>
            </a:r>
          </a:p>
          <a:p>
            <a:pPr lvl="0"/>
            <a:endParaRPr lang="de-DE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754CBCD-F31D-8623-7DCE-33A945F090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55888A9E-D475-4CFF-BBD6-880C3F14E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91A056-821D-DF40-720E-F0EC6EA376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C57C806-B6B4-EB6A-CA24-05634028DF65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9E2E804-5192-5DAB-4F1F-1C7F7A97D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2A50F295-4FF4-9133-EA93-3E6485128B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3576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9D214575-EFD6-B053-9DB6-B270AEBFED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BAAFFCA8-6C08-CF69-5982-ED5CBC4A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837C79-D892-F510-6553-9A9FF2BA0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5E1528-45A2-FE26-8EFD-B4989A8391A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73A2B493-39CC-1831-88FE-302C54948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4C9E4019-DA02-BAFA-E150-5F27374780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88839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7EC2AD-B910-9D38-DAD6-8230D05BBC96}"/>
              </a:ext>
            </a:extLst>
          </p:cNvPr>
          <p:cNvSpPr/>
          <p:nvPr/>
        </p:nvSpPr>
        <p:spPr>
          <a:xfrm>
            <a:off x="3848101" y="2437295"/>
            <a:ext cx="7648574" cy="36333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B6736E-280A-B902-A03E-6B73ABBA9B3A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01B76AC-0E6D-6A71-3C5A-7961C1F440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" y="2436813"/>
            <a:ext cx="3136900" cy="3633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22A386C0-259C-B17A-6883-3B44913C0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15" name="Textplatzhalter 24">
            <a:extLst>
              <a:ext uri="{FF2B5EF4-FFF2-40B4-BE49-F238E27FC236}">
                <a16:creationId xmlns:a16="http://schemas.microsoft.com/office/drawing/2014/main" id="{35780F4A-423F-E1A8-755F-9333C90C52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95ECF1F0-7A90-9EB1-9FBA-1304814AA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2975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005610B-85E6-A64F-4063-28468049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0" name="Foliennummernplatzhalter 4">
            <a:extLst>
              <a:ext uri="{FF2B5EF4-FFF2-40B4-BE49-F238E27FC236}">
                <a16:creationId xmlns:a16="http://schemas.microsoft.com/office/drawing/2014/main" id="{D52AA5DE-D356-1E50-D05D-F5E71CCD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F32513-E0C3-F682-75B9-26B65988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D5A807D-B1D2-9D0C-2D9A-345F108D2D7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5C192A2-8F56-5374-9204-F936795E9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7D9927A2-9F51-FDD9-63FC-82B80463FA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4997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3871914" y="4425115"/>
            <a:ext cx="764857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3848101" y="2437295"/>
            <a:ext cx="7648574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3720900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D545E1-DBD6-9726-CC38-B1C6ABB9D0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4" y="2436813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1" name="Bildplatzhalter 19">
            <a:extLst>
              <a:ext uri="{FF2B5EF4-FFF2-40B4-BE49-F238E27FC236}">
                <a16:creationId xmlns:a16="http://schemas.microsoft.com/office/drawing/2014/main" id="{910A2A80-2842-3262-4517-11ED166F3C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324" y="4425115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2900" y="4551795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8201" y="4989752"/>
            <a:ext cx="7181850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A191056D-0C62-47F0-3DD7-759AA20FF0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C0755DE2-7C86-361D-3C1A-D6125376A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4060F0-28FD-A523-D224-9200449C7C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92B4EA7-F696-2C84-DCE6-D80B34A296BD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80FD305-CCA1-5DF7-2BD0-FF850D160E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C143AA74-2CD7-94FF-130C-05D59A8EAA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2749493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710624" y="4425115"/>
            <a:ext cx="1080986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710624" y="2437295"/>
            <a:ext cx="10786051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705826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701475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2624" y="4551795"/>
            <a:ext cx="10192126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3475" y="4989752"/>
            <a:ext cx="10186576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475" y="2986870"/>
            <a:ext cx="10201275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3475" y="2534474"/>
            <a:ext cx="10201275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3B323C9-E8CC-A337-4A93-166FB8259C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EF7BFD03-0F1F-2CE8-677D-9CB46DD2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69481-6AF3-3DF0-080D-B3616F4F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26128C33-BBE4-CC72-2071-D37311CCB2DF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C14F01-817D-EA38-D5A3-7B45641148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B191F81E-D8A5-F8BF-8A55-24DCF23BF0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340892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BC3FE31-E2C6-9443-8841-FB40252E9D0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FB9660-8374-3228-CB56-A9FD214469B8}"/>
              </a:ext>
            </a:extLst>
          </p:cNvPr>
          <p:cNvSpPr/>
          <p:nvPr userDrawn="1"/>
        </p:nvSpPr>
        <p:spPr>
          <a:xfrm>
            <a:off x="613834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B6C40A7-DC20-6E47-3852-CB0BAD767A25}"/>
              </a:ext>
            </a:extLst>
          </p:cNvPr>
          <p:cNvCxnSpPr>
            <a:cxnSpLocks/>
          </p:cNvCxnSpPr>
          <p:nvPr userDrawn="1"/>
        </p:nvCxnSpPr>
        <p:spPr>
          <a:xfrm>
            <a:off x="710624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CD9E848-7371-3907-48B0-3B079CB92308}"/>
              </a:ext>
            </a:extLst>
          </p:cNvPr>
          <p:cNvCxnSpPr>
            <a:cxnSpLocks/>
          </p:cNvCxnSpPr>
          <p:nvPr userDrawn="1"/>
        </p:nvCxnSpPr>
        <p:spPr>
          <a:xfrm>
            <a:off x="4390565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E7EF4F2D-B42E-A374-C3FE-200848ADF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67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6E5C804A-160B-AC4E-54E7-09F1A1C8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9500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A59546-35ED-E2C6-6F6C-784E608883DF}"/>
              </a:ext>
            </a:extLst>
          </p:cNvPr>
          <p:cNvSpPr/>
          <p:nvPr userDrawn="1"/>
        </p:nvSpPr>
        <p:spPr>
          <a:xfrm>
            <a:off x="4383635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98597E2-E0F9-02EF-D088-A460B046E3E8}"/>
              </a:ext>
            </a:extLst>
          </p:cNvPr>
          <p:cNvCxnSpPr>
            <a:cxnSpLocks/>
          </p:cNvCxnSpPr>
          <p:nvPr userDrawn="1"/>
        </p:nvCxnSpPr>
        <p:spPr>
          <a:xfrm>
            <a:off x="4484744" y="2527002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F2A6CF1C-EF2E-89E7-28E0-0EF17BC706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7872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D171C924-7B6D-C913-F20F-214851F38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9818" y="2860674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73F2C6-56EC-D26F-6B6B-579C3669E36B}"/>
              </a:ext>
            </a:extLst>
          </p:cNvPr>
          <p:cNvSpPr/>
          <p:nvPr userDrawn="1"/>
        </p:nvSpPr>
        <p:spPr>
          <a:xfrm>
            <a:off x="8154470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30A903C-91B4-A8E6-1322-E78F99998903}"/>
              </a:ext>
            </a:extLst>
          </p:cNvPr>
          <p:cNvCxnSpPr>
            <a:cxnSpLocks/>
          </p:cNvCxnSpPr>
          <p:nvPr userDrawn="1"/>
        </p:nvCxnSpPr>
        <p:spPr>
          <a:xfrm>
            <a:off x="8251260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22">
            <a:extLst>
              <a:ext uri="{FF2B5EF4-FFF2-40B4-BE49-F238E27FC236}">
                <a16:creationId xmlns:a16="http://schemas.microsoft.com/office/drawing/2014/main" id="{90661A22-D1B8-F5BC-C7F5-ED9350254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203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26CB9107-D74C-5B9D-E29A-359960340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6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</p:txBody>
      </p:sp>
      <p:sp>
        <p:nvSpPr>
          <p:cNvPr id="45" name="Fußzeilenplatzhalter 4">
            <a:extLst>
              <a:ext uri="{FF2B5EF4-FFF2-40B4-BE49-F238E27FC236}">
                <a16:creationId xmlns:a16="http://schemas.microsoft.com/office/drawing/2014/main" id="{936879A0-DF07-CF92-4FD4-C5C3BABB7AB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6" name="Foliennummernplatzhalter 4">
            <a:extLst>
              <a:ext uri="{FF2B5EF4-FFF2-40B4-BE49-F238E27FC236}">
                <a16:creationId xmlns:a16="http://schemas.microsoft.com/office/drawing/2014/main" id="{A396AEBE-BB93-8015-082A-0F6357EC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4FBCDB-79E9-38AB-7F97-74B0D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D2D8EEF-5DC1-E20D-D01C-9C40EA2C1E80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C27EC152-24A1-EDC8-ABAD-F2AD3942D2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Titel bearbeiten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06B2760C-AB6A-87FB-57A8-D7B45355B3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1082875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9E49E1A-7003-4CA7-B6B3-AF5B08189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97331" y="2018513"/>
            <a:ext cx="10801350" cy="44729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1442B9A-23E1-4857-AD54-70B3C448BAFF}"/>
              </a:ext>
            </a:extLst>
          </p:cNvPr>
          <p:cNvSpPr>
            <a:spLocks noChangeAspect="1"/>
          </p:cNvSpPr>
          <p:nvPr userDrawn="1"/>
        </p:nvSpPr>
        <p:spPr>
          <a:xfrm>
            <a:off x="710624" y="1642974"/>
            <a:ext cx="10770752" cy="447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B58E8-0799-4ADD-9842-FB22AF810EB1}"/>
              </a:ext>
            </a:extLst>
          </p:cNvPr>
          <p:cNvSpPr txBox="1"/>
          <p:nvPr userDrawn="1"/>
        </p:nvSpPr>
        <p:spPr>
          <a:xfrm>
            <a:off x="1142911" y="2030996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cap="all" baseline="0" dirty="0">
                <a:solidFill>
                  <a:schemeClr val="bg1"/>
                </a:solidFill>
              </a:rPr>
              <a:t>OTH Regensburg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E963170-CC3F-4B7B-A43C-FBA26EAE0A46}"/>
              </a:ext>
            </a:extLst>
          </p:cNvPr>
          <p:cNvCxnSpPr>
            <a:cxnSpLocks/>
          </p:cNvCxnSpPr>
          <p:nvPr userDrawn="1"/>
        </p:nvCxnSpPr>
        <p:spPr>
          <a:xfrm>
            <a:off x="1314876" y="3981283"/>
            <a:ext cx="0" cy="15989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006D23E-43EA-49CC-B81F-F395BF7782C0}"/>
              </a:ext>
            </a:extLst>
          </p:cNvPr>
          <p:cNvSpPr txBox="1"/>
          <p:nvPr userDrawn="1"/>
        </p:nvSpPr>
        <p:spPr>
          <a:xfrm rot="16200000">
            <a:off x="-343425" y="4157606"/>
            <a:ext cx="3342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cap="all" dirty="0">
                <a:solidFill>
                  <a:schemeClr val="bg1"/>
                </a:solidFill>
              </a:rPr>
              <a:t>   Kontakt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70EEBAD6-CF66-459F-BEB4-801DC8B62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3674" y="2838819"/>
            <a:ext cx="4479529" cy="215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Optional:</a:t>
            </a:r>
            <a:br>
              <a:rPr lang="de-DE" dirty="0"/>
            </a:br>
            <a:r>
              <a:rPr lang="de-DE" dirty="0" err="1"/>
              <a:t>Ansprechpartner:in</a:t>
            </a:r>
            <a:r>
              <a:rPr lang="de-DE" dirty="0"/>
              <a:t>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74D429-EDD3-4B03-8E14-3D9851A95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4642725"/>
            <a:ext cx="324000" cy="35097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2387BD-6900-4367-983C-AB1978B6CF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1" y="3669011"/>
            <a:ext cx="432000" cy="46797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FD78A3E-8653-4EAC-9E2C-3E00D7E869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2803299"/>
            <a:ext cx="324000" cy="350978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6A0E902-529D-6DA1-01E0-2025FB75697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6" name="Foliennummernplatzhalter 4">
            <a:extLst>
              <a:ext uri="{FF2B5EF4-FFF2-40B4-BE49-F238E27FC236}">
                <a16:creationId xmlns:a16="http://schemas.microsoft.com/office/drawing/2014/main" id="{2E63D08A-E1A5-45B9-430F-A50934C2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AA45F2-28D0-B433-F4D9-4E17E6A3EA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688EFCE-97F4-CFB9-D917-D9C32832B7F1}"/>
              </a:ext>
            </a:extLst>
          </p:cNvPr>
          <p:cNvCxnSpPr>
            <a:cxnSpLocks/>
          </p:cNvCxnSpPr>
          <p:nvPr userDrawn="1"/>
        </p:nvCxnSpPr>
        <p:spPr>
          <a:xfrm>
            <a:off x="713582" y="746389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5B5BDE01-73B8-1CF0-6A00-F823303BC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99474"/>
            <a:ext cx="10119053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3BE1B1AB-FA83-D475-DC00-A5644E5857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813558"/>
            <a:ext cx="10119052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5C353B3B-39D5-0C9A-4B9A-BB5DAF6A00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48392" y="2810480"/>
            <a:ext cx="3600000" cy="4084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Telefonnummer einfügen</a:t>
            </a:r>
          </a:p>
          <a:p>
            <a:pPr lvl="0"/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37A1767-8D9A-EE6E-8998-874033C3F7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48392" y="3504666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Adresse einfügen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27B9ED0-EAF7-717C-61C7-946F59DBC5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16466" y="4512521"/>
            <a:ext cx="3600000" cy="7985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r>
              <a:rPr lang="de-DE" sz="2000" b="0" cap="none" baseline="0" dirty="0">
                <a:solidFill>
                  <a:schemeClr val="bg1"/>
                </a:solidFill>
              </a:rPr>
              <a:t>xxx@oth-regensburg.de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702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FF401-9A06-2828-12CD-C4A5AC31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0B24C314-2307-DF2A-CD78-15559D1E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0624" y="6517722"/>
            <a:ext cx="7908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Organisationseinheit | Autorin/Autor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20552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669" r:id="rId3"/>
    <p:sldLayoutId id="2147483663" r:id="rId4"/>
    <p:sldLayoutId id="2147483676" r:id="rId5"/>
    <p:sldLayoutId id="2147483671" r:id="rId6"/>
    <p:sldLayoutId id="2147483677" r:id="rId7"/>
    <p:sldLayoutId id="2147483681" r:id="rId8"/>
    <p:sldLayoutId id="2147483683" r:id="rId9"/>
    <p:sldLayoutId id="2147483674" r:id="rId10"/>
    <p:sldLayoutId id="2147483675" r:id="rId11"/>
    <p:sldLayoutId id="2147483662" r:id="rId12"/>
    <p:sldLayoutId id="2147483707" r:id="rId13"/>
    <p:sldLayoutId id="2147483706" r:id="rId14"/>
    <p:sldLayoutId id="2147483708" r:id="rId15"/>
    <p:sldLayoutId id="2147483705" r:id="rId16"/>
    <p:sldLayoutId id="214748366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0AD557D-0DB7-6AFC-EEF9-08E04F925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/>
              <a:t>KI-Projekt </a:t>
            </a:r>
          </a:p>
          <a:p>
            <a:r>
              <a:rPr lang="de-DE" sz="4600" dirty="0"/>
              <a:t>Texpromting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CDA5A2-B2BF-473D-A67B-E1B62D4B72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10007413" cy="365125"/>
          </a:xfrm>
        </p:spPr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D1AC3-E7EE-D587-2EC9-2F207B49F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</a:t>
            </a:fld>
            <a:endParaRPr lang="de-DE"/>
          </a:p>
        </p:txBody>
      </p:sp>
      <p:pic>
        <p:nvPicPr>
          <p:cNvPr id="9" name="Bildplatzhalter 8" descr="Ein Bild, das Wolke, draußen, Gras, Himmel enthält.&#10;&#10;Automatisch generierte Beschreibung">
            <a:extLst>
              <a:ext uri="{FF2B5EF4-FFF2-40B4-BE49-F238E27FC236}">
                <a16:creationId xmlns:a16="http://schemas.microsoft.com/office/drawing/2014/main" id="{77DCF7FA-EA09-EDFC-A3BE-4F49B86ED425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" b="8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183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3B0F0DA-4FCC-F135-725A-DBB1289407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Problembeschreibung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559167-0D42-E420-6D6B-EA0798617D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Architektur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8681A7-DD7F-B3C9-59FB-32F473BDC3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Agents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1E1D6F-A096-E814-9625-4A6B53BAE9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GUI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AFA6E4C-1ABC-233A-1EA5-93BCE267C1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2A23976-8518-E452-304C-38EAD5C3404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11F3A3C-FD39-B607-474C-49F27BE4D95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1E0C51B-356A-9505-AC1B-67CAB8C85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1EB3EC9-20C6-FFB3-077A-FAFDA02D331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53822D4-E9F6-9FFD-618A-0E0C44E8889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2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D4F1BE1-E474-3492-F94F-8B89909AF24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/>
              <a:t>3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91B2C11-98E7-9956-F9C3-9E973C171D3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 dirty="0"/>
              <a:t>4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5FA4EF4-F4DA-A81A-6002-5D7229222D2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/>
              <a:t>5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C313E45-794C-3533-AEA1-5BFC498B0E5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de-DE" dirty="0"/>
              <a:t>6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98E0963-5D00-26BB-1D41-188E0C1287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KI-Projekt Texpromting</a:t>
            </a:r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E374974-D925-47C6-BCDE-E5343F0F3EB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1698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E952946-FB3D-C10F-A94C-B90440B9244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91865D-6CC8-F8A0-1312-4C3820E3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4B9615-FA9A-4740-3D02-3BF20C9BB3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Problembeschreibung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4FBACF3-43B2-FB60-FFE6-2F51D0EDCF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C840795-2EFC-DF03-943C-60282B422D21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613834" y="1824558"/>
            <a:ext cx="863890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Produktionsdaten vorhanden, aber kaum genutzt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Keine klaren Optimierungsansätze (OR Use Cases)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Manuelle Analyse zu aufwendig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Fehlende Parameter (z. B. Kosten)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Schwieriger Weg von Daten zu Optimierungsmodell </a:t>
            </a:r>
          </a:p>
        </p:txBody>
      </p:sp>
    </p:spTree>
    <p:extLst>
      <p:ext uri="{BB962C8B-B14F-4D97-AF65-F5344CB8AC3E}">
        <p14:creationId xmlns:p14="http://schemas.microsoft.com/office/powerpoint/2010/main" val="3181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5982-1ACD-0850-489F-01D18DBD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AB52152-E3BC-1C26-CAB0-B90625D7D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CFE14D-D684-F958-8541-A91B9DB105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Architektur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F778CCF-8722-B664-A73C-79FC522F37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467F380-45D8-AAF9-A66E-4BD76AB74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6"/>
          <a:stretch>
            <a:fillRect/>
          </a:stretch>
        </p:blipFill>
        <p:spPr>
          <a:xfrm>
            <a:off x="5337098" y="13253"/>
            <a:ext cx="5477280" cy="6755410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54D827A4-8B21-5B34-D77F-61926B78546E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613834" y="1478821"/>
            <a:ext cx="4830525" cy="4477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de-DE" sz="1600" b="1" dirty="0"/>
              <a:t>Input: CSV-Produktionsdaten </a:t>
            </a:r>
          </a:p>
          <a:p>
            <a:endParaRPr lang="de-DE" sz="1600" b="1" dirty="0"/>
          </a:p>
          <a:p>
            <a:r>
              <a:rPr lang="de-DE" sz="1600" b="1" dirty="0"/>
              <a:t>Use Case Agent erkennt Optimierungspotenzial </a:t>
            </a:r>
          </a:p>
          <a:p>
            <a:endParaRPr lang="de-DE" sz="1600" b="1" dirty="0"/>
          </a:p>
          <a:p>
            <a:r>
              <a:rPr lang="de-DE" sz="1600" b="1" dirty="0"/>
              <a:t>Modelling Agent erstellt mathematisches Modell (MILP) </a:t>
            </a:r>
          </a:p>
          <a:p>
            <a:endParaRPr lang="de-DE" sz="1600" b="1" dirty="0"/>
          </a:p>
          <a:p>
            <a:r>
              <a:rPr lang="de-DE" sz="1600" b="1" dirty="0"/>
              <a:t>Data </a:t>
            </a:r>
            <a:r>
              <a:rPr lang="de-DE" sz="1600" b="1" dirty="0" err="1"/>
              <a:t>Processor</a:t>
            </a:r>
            <a:r>
              <a:rPr lang="de-DE" sz="1600" b="1" dirty="0"/>
              <a:t> bereitet Daten vor</a:t>
            </a:r>
          </a:p>
          <a:p>
            <a:endParaRPr lang="de-DE" sz="1600" b="1" dirty="0"/>
          </a:p>
          <a:p>
            <a:r>
              <a:rPr lang="de-DE" sz="1600" b="1" dirty="0"/>
              <a:t>Scripting Agent erstellt ausführbaren Code </a:t>
            </a:r>
          </a:p>
          <a:p>
            <a:endParaRPr lang="de-DE" sz="1600" b="1" dirty="0"/>
          </a:p>
          <a:p>
            <a:r>
              <a:rPr lang="de-DE" sz="1600" b="1" dirty="0"/>
              <a:t>Output: optimale Lösung + Kennzahlen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4D47998-9EB5-F33A-A33F-668EB743676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</p:spTree>
    <p:extLst>
      <p:ext uri="{BB962C8B-B14F-4D97-AF65-F5344CB8AC3E}">
        <p14:creationId xmlns:p14="http://schemas.microsoft.com/office/powerpoint/2010/main" val="255918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2760-73B2-4523-86CE-07D04DE5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4F57091-50F7-CAA6-F3EA-7B520A606E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28DFD2C-393A-0CA8-33DA-184392047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D386DE-9825-F5E3-8DEF-3B12E16049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UseCase</a:t>
            </a:r>
            <a:r>
              <a:rPr lang="de-DE" dirty="0"/>
              <a:t> Agent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D4A5DC-F169-2BF1-C688-201A7962C2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Beschreibung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3DB61B0-298C-0D54-FC60-BD2CDD42633E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695325" y="1824557"/>
            <a:ext cx="623119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Analysiert CSV-Daten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Identifiziert mögliche OR Use Cases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Statistische Analyse der Daten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Wählt den „besten“ Use Case aus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Definiert zu optimierende Variablen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2EABEE-6823-3222-C46A-FAC3187E0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" r="48534" b="55513"/>
          <a:stretch>
            <a:fillRect/>
          </a:stretch>
        </p:blipFill>
        <p:spPr>
          <a:xfrm>
            <a:off x="7304675" y="1131480"/>
            <a:ext cx="4782550" cy="50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2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DC53F-454A-C1A7-5179-5F8FBEEC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9A1372D-ADE4-1A7F-E280-1E01D61683A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CEF19AA-1F31-4AE1-67FB-CCCF9104B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7210D5-0258-6878-CAE6-4F77F01C2A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Modelling Agent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65D5D8-A72D-B40E-A894-3462C6E6EC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Anforderungen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CED45CE-2963-0C61-B045-6B75175E7D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4680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7EEE-C2D1-4193-6241-84B5F13A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F6BB5E2-7096-5D36-00F5-6C981E9F856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8C39B46-D35E-7B8B-E9F6-44ED06022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1196F0-7564-CE95-F782-31C76B32B5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Modelling Agent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6CA47D-B54B-F467-78D7-11522CD62CB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Architektur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6AB75DF-13FE-975F-E927-6CF2A70B23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4433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2639-5241-4CF7-E07B-DE0CB69C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AA9C98E-E4EB-F578-B01E-B3AB861B42D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52553ED-9725-C815-76B9-558E3C201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287589-B88D-6EEB-9B5F-DD08F86F9B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Data-</a:t>
            </a:r>
            <a:r>
              <a:rPr lang="de-DE" dirty="0" err="1"/>
              <a:t>Preprocessing</a:t>
            </a:r>
            <a:r>
              <a:rPr lang="de-DE" dirty="0"/>
              <a:t> Agent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E50993-ACF3-0614-2A72-5EF4DF6D3B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Anforderungen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898AE61-B763-E3F3-316C-0F1F73D79B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582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D5BD-D169-0E25-10E7-2451B493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BCE3C4C-9A37-7905-EA60-C8C5700D7A9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B82B6C-2557-7A75-F814-D26546507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C13D04-81F9-A8E6-879C-02B22D99B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Data-</a:t>
            </a:r>
            <a:r>
              <a:rPr lang="de-DE" dirty="0" err="1"/>
              <a:t>Preprocessing</a:t>
            </a:r>
            <a:r>
              <a:rPr lang="de-DE" dirty="0"/>
              <a:t> Agent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FD274BC-5063-8331-E3FC-F54B513A9C0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Architektur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BA76AC-7517-ED5C-89BF-7F8E2D852F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123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7A5F-5F6F-E2D8-51C4-9A7582F6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98F2AC9-B896-B7CF-6A2B-5F0928A2F1CD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AC88E18-6ADB-E576-F49B-ECA9620EC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FA4B2F-5DC0-91C4-F03C-FE2E2B2EB0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Scripting Agent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CDC2BBB-8E9A-B394-7A92-BD0CB43029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Anforderungen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2DF41CB-EA82-20C9-0C24-8B2AFEC09A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1939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48432-B6E6-BA7D-2F8D-1C1BD4FB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E63059F-7576-DDD9-0BF5-F0476AB7853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AAC5380-CB22-D30A-5CD9-4FA3963B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FC4D3D-BF62-E059-1641-E6917D9E3C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Scripting Agent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3C6D7B-6F1B-33B2-A7A4-63FD68EACA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/>
              <a:t>Architektur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9CC625B-B67F-57DC-FC4E-59EFA3463D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7840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7461D-C0DD-0BF4-E62B-0445BE46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712F54A-BF25-3D51-0429-BAB69BC75382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D1D16FB-BA2E-2D6B-736A-A4269D2C9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D6A5F8-CC3E-9D42-FE74-F30CF7C75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GUI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3F042C-DECA-7312-4850-162D68077BA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780DEC5-7FAD-FBDB-1D68-EFDF027FF2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60475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E9A8-2803-21D2-584F-AD58FDE2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673C083-9454-ED12-4907-4A54B766126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D16DB79-7501-E3EF-2B97-84C58203D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8E6475-D4A2-D5F1-F38C-8E9A005BF8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10B0152-D20C-4F5C-AFEA-DA15548FC10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AFAE539-2BD0-2C57-7266-0F136299FB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86034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DD89F-FE83-C01B-DA4D-106CA5F2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41FA9CF-5ECF-0107-A6D2-2112ECE6427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IM | Christopher Liebl, Benedikt Buttenmüller, Simon Lamprecht, Johannes Lange, Tom Weigel, Bastian Hymon | KI-Projekt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9E9A53F-8EE4-D00B-08D9-ADE3ED1B2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D0B7EF-42B2-AE78-6120-9D139BD1CD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7877" y="746012"/>
            <a:ext cx="10119053" cy="468000"/>
          </a:xfrm>
        </p:spPr>
        <p:txBody>
          <a:bodyPr/>
          <a:lstStyle/>
          <a:p>
            <a:r>
              <a:rPr lang="de-DE" dirty="0"/>
              <a:t>Offene Fragen?</a:t>
            </a:r>
          </a:p>
        </p:txBody>
      </p:sp>
    </p:spTree>
    <p:extLst>
      <p:ext uri="{BB962C8B-B14F-4D97-AF65-F5344CB8AC3E}">
        <p14:creationId xmlns:p14="http://schemas.microsoft.com/office/powerpoint/2010/main" val="721059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TH Regensburg">
      <a:dk1>
        <a:sysClr val="windowText" lastClr="000000"/>
      </a:dk1>
      <a:lt1>
        <a:sysClr val="window" lastClr="FFFFFF"/>
      </a:lt1>
      <a:dk2>
        <a:srgbClr val="9D9D9C"/>
      </a:dk2>
      <a:lt2>
        <a:srgbClr val="F1F5F9"/>
      </a:lt2>
      <a:accent1>
        <a:srgbClr val="000000"/>
      </a:accent1>
      <a:accent2>
        <a:srgbClr val="FFFFFF"/>
      </a:accent2>
      <a:accent3>
        <a:srgbClr val="9D9D9C"/>
      </a:accent3>
      <a:accent4>
        <a:srgbClr val="F1F5F9"/>
      </a:accent4>
      <a:accent5>
        <a:srgbClr val="CBD5E1"/>
      </a:accent5>
      <a:accent6>
        <a:srgbClr val="164194"/>
      </a:accent6>
      <a:hlink>
        <a:srgbClr val="0563C1"/>
      </a:hlink>
      <a:folHlink>
        <a:srgbClr val="954F72"/>
      </a:folHlink>
    </a:clrScheme>
    <a:fontScheme name="OTH Regensburg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2122D5DF3E7384394A6965D22B98D58" ma:contentTypeVersion="21" ma:contentTypeDescription="Ein neues Dokument erstellen." ma:contentTypeScope="" ma:versionID="e9bcec3d4b4d820f1fd8570952de6515">
  <xsd:schema xmlns:xsd="http://www.w3.org/2001/XMLSchema" xmlns:xs="http://www.w3.org/2001/XMLSchema" xmlns:p="http://schemas.microsoft.com/office/2006/metadata/properties" xmlns:ns1="f6fd5e78-b8f3-4cb0-91f9-df1f4af60ed7" xmlns:ns3="7a12b140-0691-4f70-b58e-f168b3d46def" xmlns:ns4="http://schemas.microsoft.com/sharepoint/v4" targetNamespace="http://schemas.microsoft.com/office/2006/metadata/properties" ma:root="true" ma:fieldsID="198a3c60e0180174d8b93c3e1685b8c6" ns1:_="" ns3:_="" ns4:_="">
    <xsd:import namespace="f6fd5e78-b8f3-4cb0-91f9-df1f4af60ed7"/>
    <xsd:import namespace="7a12b140-0691-4f70-b58e-f168b3d46de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Dokumentenart0" minOccurs="0"/>
                <xsd:element ref="ns1:Verantwortlich" minOccurs="0"/>
                <xsd:element ref="ns1:Dokumentenart" minOccurs="0"/>
                <xsd:element ref="ns1:Bezeichnung" minOccurs="0"/>
                <xsd:element ref="ns1:Ausgabedatum" minOccurs="0"/>
                <xsd:element ref="ns1:G_x00fc_ltig_x0020_bis" minOccurs="0"/>
                <xsd:element ref="ns1:Ersteller" minOccurs="0"/>
                <xsd:element ref="ns1:Pr_x00fc_fer" minOccurs="0"/>
                <xsd:element ref="ns1:Freigeber" minOccurs="0"/>
                <xsd:element ref="ns3:_dlc_DocId" minOccurs="0"/>
                <xsd:element ref="ns3:_dlc_DocIdUrl" minOccurs="0"/>
                <xsd:element ref="ns3:_dlc_DocIdPersistId" minOccurs="0"/>
                <xsd:element ref="ns4:IconOverlay" minOccurs="0"/>
                <xsd:element ref="ns1:Gruppe_x0020_Studierende" minOccurs="0"/>
                <xsd:element ref="ns1:SharedWithUsers" minOccurs="0"/>
                <xsd:element ref="ns1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fd5e78-b8f3-4cb0-91f9-df1f4af60ed7" elementFormDefault="qualified">
    <xsd:import namespace="http://schemas.microsoft.com/office/2006/documentManagement/types"/>
    <xsd:import namespace="http://schemas.microsoft.com/office/infopath/2007/PartnerControls"/>
    <xsd:element name="Dokumentenart0" ma:index="0" nillable="true" ma:displayName="Dokumentenart" ma:format="Dropdown" ma:internalName="Dokumentenart0" ma:readOnly="false">
      <xsd:simpleType>
        <xsd:restriction base="dms:Choice">
          <xsd:enumeration value="Allgemeine Information"/>
          <xsd:enumeration value="Dienstvereinbarungen"/>
          <xsd:enumeration value="Externe Vorgaben"/>
          <xsd:enumeration value="Externer Links"/>
          <xsd:enumeration value="Formulare"/>
          <xsd:enumeration value="Richtlinien"/>
          <xsd:enumeration value="Satzungen"/>
        </xsd:restriction>
      </xsd:simpleType>
    </xsd:element>
    <xsd:element name="Verantwortlich" ma:index="1" nillable="true" ma:displayName="Verantwortlich" ma:format="Dropdown" ma:internalName="Verantwortlich" ma:readOnly="false">
      <xsd:simpleType>
        <xsd:restriction base="dms:Choice">
          <xsd:enumeration value="Abt. I"/>
          <xsd:enumeration value="Abt. II"/>
          <xsd:enumeration value="Abt. III"/>
          <xsd:enumeration value="Abt. IV"/>
          <xsd:enumeration value="Bib"/>
          <xsd:enumeration value="Fam"/>
          <xsd:enumeration value="FM"/>
          <xsd:enumeration value="GuV"/>
          <xsd:enumeration value="GZ"/>
          <xsd:enumeration value="HL"/>
          <xsd:enumeration value="IO"/>
          <xsd:enumeration value="ITZ"/>
          <xsd:enumeration value="Kom"/>
          <xsd:enumeration value="LuD"/>
          <xsd:enumeration value="NH"/>
          <xsd:enumeration value="PA"/>
          <xsd:enumeration value="QuO"/>
          <xsd:enumeration value="Recht"/>
          <xsd:enumeration value="SE"/>
          <xsd:enumeration value="SenV"/>
          <xsd:enumeration value="SLC"/>
          <xsd:enumeration value="WFKM"/>
          <xsd:enumeration value="ZFT"/>
          <xsd:enumeration value="ZWW"/>
          <xsd:enumeration value="ZiL"/>
        </xsd:restriction>
      </xsd:simpleType>
    </xsd:element>
    <xsd:element name="Dokumentenart" ma:index="2" nillable="true" ma:displayName="Ordnerzuordnung" ma:format="Dropdown" ma:internalName="Dokumentenart" ma:readOnly="false">
      <xsd:simpleType>
        <xsd:restriction base="dms:Choice">
          <xsd:enumeration value="Hochschulsteuerung"/>
          <xsd:enumeration value="Profil und Kennzahlen"/>
          <xsd:enumeration value="Gremien und Beauftragte"/>
          <xsd:enumeration value="Qualitätsmanagement"/>
          <xsd:enumeration value="Studium und Lehre"/>
          <xsd:enumeration value="Forschung"/>
          <xsd:enumeration value="Internationales Bedienstete"/>
          <xsd:enumeration value="Personal"/>
          <xsd:enumeration value="Finanzen"/>
          <xsd:enumeration value="Gebäude und Technik"/>
          <xsd:enumeration value="Kommunikation"/>
          <xsd:enumeration value="Bibliothek"/>
          <xsd:enumeration value="Sicherheit"/>
          <xsd:enumeration value="Datenschutz und Informationssicherheit"/>
          <xsd:enumeration value="Korruptionsvorsorge"/>
          <xsd:enumeration value="Innenrevision"/>
          <xsd:enumeration value="IT-Zentrum"/>
          <xsd:enumeration value="Hochschulwahl"/>
        </xsd:restriction>
      </xsd:simpleType>
    </xsd:element>
    <xsd:element name="Bezeichnung" ma:index="4" nillable="true" ma:displayName="Bezeichnung" ma:internalName="Bezeichnung" ma:readOnly="false">
      <xsd:simpleType>
        <xsd:restriction base="dms:Text">
          <xsd:maxLength value="255"/>
        </xsd:restriction>
      </xsd:simpleType>
    </xsd:element>
    <xsd:element name="Ausgabedatum" ma:index="6" nillable="true" ma:displayName="Ausgabedatum" ma:format="DateOnly" ma:internalName="Ausgabedatum" ma:readOnly="false">
      <xsd:simpleType>
        <xsd:restriction base="dms:DateTime"/>
      </xsd:simpleType>
    </xsd:element>
    <xsd:element name="G_x00fc_ltig_x0020_bis" ma:index="7" nillable="true" ma:displayName="Gültig bis" ma:format="DateOnly" ma:internalName="G_x00fc_ltig_x0020_bis" ma:readOnly="false">
      <xsd:simpleType>
        <xsd:restriction base="dms:DateTime"/>
      </xsd:simpleType>
    </xsd:element>
    <xsd:element name="Ersteller" ma:index="8" nillable="true" ma:displayName="Erstellung" ma:list="UserInfo" ma:internalName="Erstell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_x00fc_fer" ma:index="9" nillable="true" ma:displayName="Prüfung" ma:list="UserInfo" ma:internalName="Pr_x00fc_f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reigeber" ma:index="10" nillable="true" ma:displayName="Freigabe" ma:list="UserInfo" ma:internalName="Freigeb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Gruppe_x0020_Studierende" ma:index="21" nillable="true" ma:displayName="Gruppe Studierende" ma:format="RadioButtons" ma:internalName="Gruppe_x0020_Studierende" ma:readOnly="false">
      <xsd:simpleType>
        <xsd:restriction base="dms:Choice">
          <xsd:enumeration value="Ja"/>
          <xsd:enumeration value="Nein"/>
        </xsd:restriction>
      </xsd:simpleType>
    </xsd:element>
    <xsd:element name="SharedWithUsers" ma:index="22" nillable="true" ma:displayName="Freigegeben für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12b140-0691-4f70-b58e-f168b3d46def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Wert der Dokument-ID" ma:description="Der Wert der diesem Element zugewiesenen Dokument-ID." ma:indexed="true" ma:internalName="_dlc_DocId" ma:readOnly="true">
      <xsd:simpleType>
        <xsd:restriction base="dms:Text"/>
      </xsd:simpleType>
    </xsd:element>
    <xsd:element name="_dlc_DocIdUrl" ma:index="1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internalName="IconOverlay" ma:readOnly="fals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Inhaltstyp"/>
        <xsd:element ref="dc:title" minOccurs="0" maxOccurs="1" ma:index="3" ma:displayName="Thema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Gruppe_x0020_Studierende xmlns="f6fd5e78-b8f3-4cb0-91f9-df1f4af60ed7">Ja</Gruppe_x0020_Studierende>
    <Pr_x00fc_fer xmlns="f6fd5e78-b8f3-4cb0-91f9-df1f4af60ed7">
      <UserInfo>
        <DisplayName>Alisa Weinhold</DisplayName>
        <AccountId>294</AccountId>
        <AccountType/>
      </UserInfo>
    </Pr_x00fc_fer>
    <Freigeber xmlns="f6fd5e78-b8f3-4cb0-91f9-df1f4af60ed7">
      <UserInfo>
        <DisplayName>Alisa Weinhold</DisplayName>
        <AccountId>294</AccountId>
        <AccountType/>
      </UserInfo>
    </Freigeber>
    <Bezeichnung xmlns="f6fd5e78-b8f3-4cb0-91f9-df1f4af60ed7">Hochschulpräsentation OTH Regensburg - Vereinfachte Version - 16x9</Bezeichnung>
    <Dokumentenart0 xmlns="f6fd5e78-b8f3-4cb0-91f9-df1f4af60ed7">Allgemeine Information</Dokumentenart0>
    <Ersteller xmlns="f6fd5e78-b8f3-4cb0-91f9-df1f4af60ed7">
      <UserInfo>
        <DisplayName>Guelay Sahil</DisplayName>
        <AccountId>439</AccountId>
        <AccountType/>
      </UserInfo>
    </Ersteller>
    <Ausgabedatum xmlns="f6fd5e78-b8f3-4cb0-91f9-df1f4af60ed7">2024-06-11T22:00:00+00:00</Ausgabedatum>
    <G_x00fc_ltig_x0020_bis xmlns="f6fd5e78-b8f3-4cb0-91f9-df1f4af60ed7">2026-06-11T22:00:00+00:00</G_x00fc_ltig_x0020_bis>
    <Verantwortlich xmlns="f6fd5e78-b8f3-4cb0-91f9-df1f4af60ed7">Kom</Verantwortlich>
    <Dokumentenart xmlns="f6fd5e78-b8f3-4cb0-91f9-df1f4af60ed7">Kommunikation</Dokumentenart>
    <_dlc_DocId xmlns="7a12b140-0691-4f70-b58e-f168b3d46def">MJAR55X3VR3P-1995469596-876</_dlc_DocId>
    <_dlc_DocIdUrl xmlns="7a12b140-0691-4f70-b58e-f168b3d46def">
      <Url>https://sp.hs-regensburg.de/QuO/QuD-Portal/_layouts/15/DocIdRedir.aspx?ID=MJAR55X3VR3P-1995469596-876</Url>
      <Description>MJAR55X3VR3P-1995469596-876</Description>
    </_dlc_DocIdUrl>
    <SharedWithDetails xmlns="f6fd5e78-b8f3-4cb0-91f9-df1f4af60ed7" xsi:nil="true"/>
    <SharedWithUsers xmlns="f6fd5e78-b8f3-4cb0-91f9-df1f4af60ed7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7C641D0-CE2F-43BA-A7E4-2DA0F4189B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fd5e78-b8f3-4cb0-91f9-df1f4af60ed7"/>
    <ds:schemaRef ds:uri="7a12b140-0691-4f70-b58e-f168b3d46de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356504-F539-424F-9E83-9400624CC88E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971c57a-c4d2-41d0-9c55-e961d64dde2b"/>
    <ds:schemaRef ds:uri="2b7adb41-54c0-423e-891d-f7b9e3223bd8"/>
    <ds:schemaRef ds:uri="http://www.w3.org/XML/1998/namespace"/>
    <ds:schemaRef ds:uri="60ae07f9-c710-4147-a4bb-ffce3af5c857"/>
    <ds:schemaRef ds:uri="http://schemas.microsoft.com/sharepoint/v4"/>
    <ds:schemaRef ds:uri="44449387-be1d-4a23-a037-6363c2cb9483"/>
    <ds:schemaRef ds:uri="f6fd5e78-b8f3-4cb0-91f9-df1f4af60ed7"/>
    <ds:schemaRef ds:uri="7a12b140-0691-4f70-b58e-f168b3d46def"/>
  </ds:schemaRefs>
</ds:datastoreItem>
</file>

<file path=customXml/itemProps3.xml><?xml version="1.0" encoding="utf-8"?>
<ds:datastoreItem xmlns:ds="http://schemas.openxmlformats.org/officeDocument/2006/customXml" ds:itemID="{6EDF356B-A5CD-4962-9955-AA824DF37FC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1685AF1-9D8B-4832-88E0-313350BCFD5E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Breitbild</PresentationFormat>
  <Paragraphs>106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Lucida Sans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</dc:title>
  <dc:creator>Julia Pusch</dc:creator>
  <cp:lastModifiedBy>Bastian Hymon</cp:lastModifiedBy>
  <cp:revision>132</cp:revision>
  <dcterms:created xsi:type="dcterms:W3CDTF">2023-07-23T18:15:39Z</dcterms:created>
  <dcterms:modified xsi:type="dcterms:W3CDTF">2026-04-30T05:53:59Z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0x010100A2122D5DF3E7384394A6965D22B98D58</vt:lpwstr>
  </property>
  <property fmtid="{D5CDD505-2E9C-101B-9397-08002B2CF9AE}" pid="3" name="MediaServiceImageTags">
    <vt:lpwstr/>
  </property>
  <property fmtid="{D5CDD505-2E9C-101B-9397-08002B2CF9AE}" pid="4" name="_dlc_DocIdItemGuid">
    <vt:lpwstr>2d86ab63-b84b-45bf-aa8e-152de23f3fa8</vt:lpwstr>
  </property>
  <property fmtid="{D5CDD505-2E9C-101B-9397-08002B2CF9AE}" pid="5" name="Prüfung">
    <vt:lpwstr>68</vt:lpwstr>
  </property>
  <property fmtid="{D5CDD505-2E9C-101B-9397-08002B2CF9AE}" pid="6" name="Erstellung">
    <vt:lpwstr>72</vt:lpwstr>
  </property>
  <property fmtid="{D5CDD505-2E9C-101B-9397-08002B2CF9AE}" pid="7" name="Ordnerzuordnung">
    <vt:lpwstr>Kommunikation</vt:lpwstr>
  </property>
  <property fmtid="{D5CDD505-2E9C-101B-9397-08002B2CF9AE}" pid="8" name="Wert der Dokument-ID">
    <vt:lpwstr>MJAR55X3VR3P-1995469596-876</vt:lpwstr>
  </property>
  <property fmtid="{D5CDD505-2E9C-101B-9397-08002B2CF9AE}" pid="9" name="Freigabe">
    <vt:lpwstr>68</vt:lpwstr>
  </property>
  <property fmtid="{D5CDD505-2E9C-101B-9397-08002B2CF9AE}" pid="10" name="Thema">
    <vt:lpwstr>Vorlage</vt:lpwstr>
  </property>
  <property fmtid="{D5CDD505-2E9C-101B-9397-08002B2CF9AE}" pid="11" name="Automatische-DNR-Vergabe">
    <vt:lpwstr>https://othrgb.sharepoint.com/sites/sps_quo/qud-portal/_layouts/15/wrkstat.aspx?list=60ae07f9-c710-4147-a4bb-ffce3af5c857&amp;workflowinstancename=604c5300-fe88-4c3b-9e86-5b3313bf58cc, Stufe 1</vt:lpwstr>
  </property>
  <property fmtid="{D5CDD505-2E9C-101B-9397-08002B2CF9AE}" pid="12" name="D-Nr">
    <vt:lpwstr>876</vt:lpwstr>
  </property>
</Properties>
</file>